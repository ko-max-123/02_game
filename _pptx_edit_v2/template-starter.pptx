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58d8612ff041b4" /><Relationship Type="http://schemas.openxmlformats.org/officeDocument/2006/relationships/extended-properties" Target="/docProps/app.xml" Id="R75f507ae2aa54c99" /><Relationship Type="http://schemas.openxmlformats.org/officeDocument/2006/relationships/officeDocument" Target="/ppt/presentation.xml" Id="Raf9f558152f94b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a0bb0881184507"/>
  </p:sldMasterIdLst>
  <p:notesMasterIdLst>
    <p:notesMasterId xmlns:r="http://schemas.openxmlformats.org/officeDocument/2006/relationships" r:id="Ra823300fd17e486e"/>
  </p:notesMasterIdLst>
  <p:sldIdLst>
    <p:sldId xmlns:r="http://schemas.openxmlformats.org/officeDocument/2006/relationships" id="256" r:id="Rdea0f9d783714bc1"/>
    <p:sldId xmlns:r="http://schemas.openxmlformats.org/officeDocument/2006/relationships" id="257" r:id="R14dfc73c74e24743"/>
    <p:sldId xmlns:r="http://schemas.openxmlformats.org/officeDocument/2006/relationships" id="258" r:id="Rf954be0decd242dd"/>
    <p:sldId xmlns:r="http://schemas.openxmlformats.org/officeDocument/2006/relationships" id="259" r:id="Rdb4b82f24fb6440d"/>
    <p:sldId xmlns:r="http://schemas.openxmlformats.org/officeDocument/2006/relationships" id="260" r:id="R9086ce88337a4336"/>
    <p:sldId xmlns:r="http://schemas.openxmlformats.org/officeDocument/2006/relationships" id="261" r:id="Rc33a866e949a4816"/>
    <p:sldId xmlns:r="http://schemas.openxmlformats.org/officeDocument/2006/relationships" id="262" r:id="R5a4053a5be64407b"/>
    <p:sldId xmlns:r="http://schemas.openxmlformats.org/officeDocument/2006/relationships" id="263" r:id="R9af03ea42dd74ab5"/>
    <p:sldId xmlns:r="http://schemas.openxmlformats.org/officeDocument/2006/relationships" id="264" r:id="Re8c6493b617247e3"/>
    <p:sldId xmlns:r="http://schemas.openxmlformats.org/officeDocument/2006/relationships" id="265" r:id="Ra5a73b9eff5b4d53"/>
    <p:sldId xmlns:r="http://schemas.openxmlformats.org/officeDocument/2006/relationships" id="266" r:id="R982efc7736a848dd"/>
    <p:sldId xmlns:r="http://schemas.openxmlformats.org/officeDocument/2006/relationships" id="267" r:id="R39a3ab37293d4feb"/>
    <p:sldId xmlns:r="http://schemas.openxmlformats.org/officeDocument/2006/relationships" id="268" r:id="Rf17013dc86064c25"/>
    <p:sldId xmlns:r="http://schemas.openxmlformats.org/officeDocument/2006/relationships" id="269" r:id="Rc806009c2caa4fcb"/>
    <p:sldId xmlns:r="http://schemas.openxmlformats.org/officeDocument/2006/relationships" id="270" r:id="R6b091388c65e405c"/>
    <p:sldId xmlns:r="http://schemas.openxmlformats.org/officeDocument/2006/relationships" id="271" r:id="R5df1996f522c4f48"/>
    <p:sldId xmlns:r="http://schemas.openxmlformats.org/officeDocument/2006/relationships" id="272" r:id="Re850451dbbc84da1"/>
    <p:sldId xmlns:r="http://schemas.openxmlformats.org/officeDocument/2006/relationships" id="273" r:id="R54380f259ba143d8"/>
    <p:sldId xmlns:r="http://schemas.openxmlformats.org/officeDocument/2006/relationships" id="274" r:id="Reb5ba30265494641"/>
    <p:sldId xmlns:r="http://schemas.openxmlformats.org/officeDocument/2006/relationships" id="275" r:id="R62691165f65f47cb"/>
    <p:sldId xmlns:r="http://schemas.openxmlformats.org/officeDocument/2006/relationships" id="276" r:id="Rd998d6f837584b31"/>
    <p:sldId xmlns:r="http://schemas.openxmlformats.org/officeDocument/2006/relationships" id="277" r:id="R6d9be9d194ad4766"/>
    <p:sldId xmlns:r="http://schemas.openxmlformats.org/officeDocument/2006/relationships" id="278" r:id="R1db8542193de4ff5"/>
    <p:sldId xmlns:r="http://schemas.openxmlformats.org/officeDocument/2006/relationships" id="279" r:id="R4632cc2efd6d4d56"/>
    <p:sldId xmlns:r="http://schemas.openxmlformats.org/officeDocument/2006/relationships" id="280" r:id="Rc21952233dbd471f"/>
    <p:sldId xmlns:r="http://schemas.openxmlformats.org/officeDocument/2006/relationships" id="281" r:id="Rd1b8cc4900884e29"/>
    <p:sldId xmlns:r="http://schemas.openxmlformats.org/officeDocument/2006/relationships" id="282" r:id="R9d766abe26ff4a80"/>
    <p:sldId xmlns:r="http://schemas.openxmlformats.org/officeDocument/2006/relationships" id="283" r:id="R7a074a9ab82c4f1f"/>
    <p:sldId xmlns:r="http://schemas.openxmlformats.org/officeDocument/2006/relationships" id="284" r:id="R26c941839b084324"/>
    <p:sldId xmlns:r="http://schemas.openxmlformats.org/officeDocument/2006/relationships" id="285" r:id="R684b7624effa46dd"/>
    <p:sldId xmlns:r="http://schemas.openxmlformats.org/officeDocument/2006/relationships" id="286" r:id="R002e691ca36c45ab"/>
    <p:sldId xmlns:r="http://schemas.openxmlformats.org/officeDocument/2006/relationships" id="287" r:id="R26d30b66f1f146a8"/>
    <p:sldId xmlns:r="http://schemas.openxmlformats.org/officeDocument/2006/relationships" id="288" r:id="Rad7d75e8aba848e4"/>
    <p:sldId xmlns:r="http://schemas.openxmlformats.org/officeDocument/2006/relationships" id="289" r:id="Rf2a9238dc08b4891"/>
    <p:sldId xmlns:r="http://schemas.openxmlformats.org/officeDocument/2006/relationships" id="290" r:id="R995f6cee159b4e45"/>
    <p:sldId xmlns:r="http://schemas.openxmlformats.org/officeDocument/2006/relationships" id="291" r:id="R9ed11b4ad30448e9"/>
    <p:sldId xmlns:r="http://schemas.openxmlformats.org/officeDocument/2006/relationships" id="292" r:id="Re2c39961f05b48c2"/>
    <p:sldId xmlns:r="http://schemas.openxmlformats.org/officeDocument/2006/relationships" id="293" r:id="R83aa01ec2a36400a"/>
    <p:sldId xmlns:r="http://schemas.openxmlformats.org/officeDocument/2006/relationships" id="294" r:id="R288c526560354d94"/>
    <p:sldId xmlns:r="http://schemas.openxmlformats.org/officeDocument/2006/relationships" id="295" r:id="R5f160ccb5d1a4a4f"/>
    <p:sldId xmlns:r="http://schemas.openxmlformats.org/officeDocument/2006/relationships" id="296" r:id="Rd379c147e2a5449d"/>
    <p:sldId xmlns:r="http://schemas.openxmlformats.org/officeDocument/2006/relationships" id="297" r:id="R29125e7193784050"/>
    <p:sldId xmlns:r="http://schemas.openxmlformats.org/officeDocument/2006/relationships" id="298" r:id="Rff3bf84dd7624c8c"/>
    <p:sldId xmlns:r="http://schemas.openxmlformats.org/officeDocument/2006/relationships" id="299" r:id="R4f9e23ac7e4640d3"/>
    <p:sldId xmlns:r="http://schemas.openxmlformats.org/officeDocument/2006/relationships" id="300" r:id="R6707607f4da64b7a"/>
    <p:sldId xmlns:r="http://schemas.openxmlformats.org/officeDocument/2006/relationships" id="301" r:id="Redd74454eb734f97"/>
    <p:sldId xmlns:r="http://schemas.openxmlformats.org/officeDocument/2006/relationships" id="302" r:id="Rcd0337f6ec244e74"/>
    <p:sldId xmlns:r="http://schemas.openxmlformats.org/officeDocument/2006/relationships" id="303" r:id="Re38135f3311b487b"/>
    <p:sldId xmlns:r="http://schemas.openxmlformats.org/officeDocument/2006/relationships" id="304" r:id="R8f3df04467e84c24"/>
    <p:sldId xmlns:r="http://schemas.openxmlformats.org/officeDocument/2006/relationships" id="305" r:id="Rc7536fe640db49c3"/>
    <p:sldId xmlns:r="http://schemas.openxmlformats.org/officeDocument/2006/relationships" id="306" r:id="R0bb486f04c6c4bc1"/>
    <p:sldId xmlns:r="http://schemas.openxmlformats.org/officeDocument/2006/relationships" id="307" r:id="Re61f08e3cca24d14"/>
    <p:sldId xmlns:r="http://schemas.openxmlformats.org/officeDocument/2006/relationships" id="308" r:id="Ra6f98e97f2214572"/>
    <p:sldId xmlns:r="http://schemas.openxmlformats.org/officeDocument/2006/relationships" id="309" r:id="Rd7e6ac3c54b6401c"/>
    <p:sldId xmlns:r="http://schemas.openxmlformats.org/officeDocument/2006/relationships" id="310" r:id="R198b735a3146401d"/>
    <p:sldId xmlns:r="http://schemas.openxmlformats.org/officeDocument/2006/relationships" id="311" r:id="R8dad70fa906f402d"/>
    <p:sldId xmlns:r="http://schemas.openxmlformats.org/officeDocument/2006/relationships" id="312" r:id="R8ef6a9f9262e4562"/>
    <p:sldId xmlns:r="http://schemas.openxmlformats.org/officeDocument/2006/relationships" id="313" r:id="Recd7b023114645c0"/>
    <p:sldId xmlns:r="http://schemas.openxmlformats.org/officeDocument/2006/relationships" id="314" r:id="R1eb09a79032f4e60"/>
    <p:sldId xmlns:r="http://schemas.openxmlformats.org/officeDocument/2006/relationships" id="315" r:id="R8cdb288286db4820"/>
    <p:sldId xmlns:r="http://schemas.openxmlformats.org/officeDocument/2006/relationships" id="316" r:id="R0c671168a5ae4532"/>
    <p:sldId xmlns:r="http://schemas.openxmlformats.org/officeDocument/2006/relationships" id="317" r:id="R5892e18c8d32413a"/>
    <p:sldId xmlns:r="http://schemas.openxmlformats.org/officeDocument/2006/relationships" id="318" r:id="Rf275afd77d0f4f43"/>
    <p:sldId xmlns:r="http://schemas.openxmlformats.org/officeDocument/2006/relationships" id="319" r:id="Rc352ac913a184b78"/>
    <p:sldId xmlns:r="http://schemas.openxmlformats.org/officeDocument/2006/relationships" id="320" r:id="Rddbace6e61e84f18"/>
    <p:sldId xmlns:r="http://schemas.openxmlformats.org/officeDocument/2006/relationships" id="321" r:id="Rebc7e7eefe0c49a3"/>
    <p:sldId xmlns:r="http://schemas.openxmlformats.org/officeDocument/2006/relationships" id="322" r:id="Re4a2f5e9a90747eb"/>
    <p:sldId xmlns:r="http://schemas.openxmlformats.org/officeDocument/2006/relationships" id="323" r:id="R1d702675871f4570"/>
    <p:sldId xmlns:r="http://schemas.openxmlformats.org/officeDocument/2006/relationships" id="324" r:id="R1a57880c7a084284"/>
    <p:sldId xmlns:r="http://schemas.openxmlformats.org/officeDocument/2006/relationships" id="325" r:id="R72d24f7675ab4c3d"/>
    <p:sldId xmlns:r="http://schemas.openxmlformats.org/officeDocument/2006/relationships" id="326" r:id="R08f3052d82f348c3"/>
    <p:sldId xmlns:r="http://schemas.openxmlformats.org/officeDocument/2006/relationships" id="327" r:id="R9fd71ad0aa384491"/>
    <p:sldId xmlns:r="http://schemas.openxmlformats.org/officeDocument/2006/relationships" id="328" r:id="R0b75bf82b96a49ff"/>
    <p:sldId xmlns:r="http://schemas.openxmlformats.org/officeDocument/2006/relationships" id="329" r:id="Re8bf85fd1699471b"/>
    <p:sldId xmlns:r="http://schemas.openxmlformats.org/officeDocument/2006/relationships" id="330" r:id="Rde366b9e08df49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2c49939dac4aaa" /><Relationship Type="http://schemas.openxmlformats.org/officeDocument/2006/relationships/slideMaster" Target="/ppt/slideMasters/slideMaster1.xml" Id="R31a0bb0881184507" /><Relationship Type="http://schemas.openxmlformats.org/officeDocument/2006/relationships/notesMaster" Target="/ppt/notesMasters/notesMaster1.xml" Id="Ra823300fd17e486e" /><Relationship Type="http://schemas.openxmlformats.org/officeDocument/2006/relationships/presProps" Target="/ppt/presProps.xml" Id="R2435ec644a674693" /><Relationship Type="http://schemas.openxmlformats.org/officeDocument/2006/relationships/tableStyles" Target="/ppt/tableStyles.xml" Id="R9b072c48b3314f8b" /><Relationship Type="http://schemas.openxmlformats.org/officeDocument/2006/relationships/slide" Target="/ppt/slides/slide1.xml" Id="Rdea0f9d783714bc1" /><Relationship Type="http://schemas.openxmlformats.org/officeDocument/2006/relationships/slide" Target="/ppt/slides/slide2.xml" Id="R14dfc73c74e24743" /><Relationship Type="http://schemas.openxmlformats.org/officeDocument/2006/relationships/slide" Target="/ppt/slides/slide3.xml" Id="Rf954be0decd242dd" /><Relationship Type="http://schemas.openxmlformats.org/officeDocument/2006/relationships/slide" Target="/ppt/slides/slide4.xml" Id="Rdb4b82f24fb6440d" /><Relationship Type="http://schemas.openxmlformats.org/officeDocument/2006/relationships/slide" Target="/ppt/slides/slide5.xml" Id="R9086ce88337a4336" /><Relationship Type="http://schemas.openxmlformats.org/officeDocument/2006/relationships/slide" Target="/ppt/slides/slide6.xml" Id="Rc33a866e949a4816" /><Relationship Type="http://schemas.openxmlformats.org/officeDocument/2006/relationships/slide" Target="/ppt/slides/slide7.xml" Id="R5a4053a5be64407b" /><Relationship Type="http://schemas.openxmlformats.org/officeDocument/2006/relationships/slide" Target="/ppt/slides/slide8.xml" Id="R9af03ea42dd74ab5" /><Relationship Type="http://schemas.openxmlformats.org/officeDocument/2006/relationships/slide" Target="/ppt/slides/slide9.xml" Id="Re8c6493b617247e3" /><Relationship Type="http://schemas.openxmlformats.org/officeDocument/2006/relationships/slide" Target="/ppt/slides/slide10.xml" Id="Ra5a73b9eff5b4d53" /><Relationship Type="http://schemas.openxmlformats.org/officeDocument/2006/relationships/slide" Target="/ppt/slides/slide11.xml" Id="R982efc7736a848dd" /><Relationship Type="http://schemas.openxmlformats.org/officeDocument/2006/relationships/slide" Target="/ppt/slides/slide12.xml" Id="R39a3ab37293d4feb" /><Relationship Type="http://schemas.openxmlformats.org/officeDocument/2006/relationships/slide" Target="/ppt/slides/slide13.xml" Id="Rf17013dc86064c25" /><Relationship Type="http://schemas.openxmlformats.org/officeDocument/2006/relationships/slide" Target="/ppt/slides/slide14.xml" Id="Rc806009c2caa4fcb" /><Relationship Type="http://schemas.openxmlformats.org/officeDocument/2006/relationships/slide" Target="/ppt/slides/slide15.xml" Id="R6b091388c65e405c" /><Relationship Type="http://schemas.openxmlformats.org/officeDocument/2006/relationships/slide" Target="/ppt/slides/slide16.xml" Id="R5df1996f522c4f48" /><Relationship Type="http://schemas.openxmlformats.org/officeDocument/2006/relationships/slide" Target="/ppt/slides/slide17.xml" Id="Re850451dbbc84da1" /><Relationship Type="http://schemas.openxmlformats.org/officeDocument/2006/relationships/slide" Target="/ppt/slides/slide18.xml" Id="R54380f259ba143d8" /><Relationship Type="http://schemas.openxmlformats.org/officeDocument/2006/relationships/slide" Target="/ppt/slides/slide19.xml" Id="Reb5ba30265494641" /><Relationship Type="http://schemas.openxmlformats.org/officeDocument/2006/relationships/slide" Target="/ppt/slides/slide20.xml" Id="R62691165f65f47cb" /><Relationship Type="http://schemas.openxmlformats.org/officeDocument/2006/relationships/slide" Target="/ppt/slides/slide21.xml" Id="Rd998d6f837584b31" /><Relationship Type="http://schemas.openxmlformats.org/officeDocument/2006/relationships/slide" Target="/ppt/slides/slide22.xml" Id="R6d9be9d194ad4766" /><Relationship Type="http://schemas.openxmlformats.org/officeDocument/2006/relationships/slide" Target="/ppt/slides/slide23.xml" Id="R1db8542193de4ff5" /><Relationship Type="http://schemas.openxmlformats.org/officeDocument/2006/relationships/slide" Target="/ppt/slides/slide24.xml" Id="R4632cc2efd6d4d56" /><Relationship Type="http://schemas.openxmlformats.org/officeDocument/2006/relationships/slide" Target="/ppt/slides/slide25.xml" Id="Rc21952233dbd471f" /><Relationship Type="http://schemas.openxmlformats.org/officeDocument/2006/relationships/slide" Target="/ppt/slides/slide26.xml" Id="Rd1b8cc4900884e29" /><Relationship Type="http://schemas.openxmlformats.org/officeDocument/2006/relationships/slide" Target="/ppt/slides/slide27.xml" Id="R9d766abe26ff4a80" /><Relationship Type="http://schemas.openxmlformats.org/officeDocument/2006/relationships/slide" Target="/ppt/slides/slide28.xml" Id="R7a074a9ab82c4f1f" /><Relationship Type="http://schemas.openxmlformats.org/officeDocument/2006/relationships/slide" Target="/ppt/slides/slide29.xml" Id="R26c941839b084324" /><Relationship Type="http://schemas.openxmlformats.org/officeDocument/2006/relationships/slide" Target="/ppt/slides/slide30.xml" Id="R684b7624effa46dd" /><Relationship Type="http://schemas.openxmlformats.org/officeDocument/2006/relationships/slide" Target="/ppt/slides/slide31.xml" Id="R002e691ca36c45ab" /><Relationship Type="http://schemas.openxmlformats.org/officeDocument/2006/relationships/slide" Target="/ppt/slides/slide32.xml" Id="R26d30b66f1f146a8" /><Relationship Type="http://schemas.openxmlformats.org/officeDocument/2006/relationships/slide" Target="/ppt/slides/slide33.xml" Id="Rad7d75e8aba848e4" /><Relationship Type="http://schemas.openxmlformats.org/officeDocument/2006/relationships/slide" Target="/ppt/slides/slide34.xml" Id="Rf2a9238dc08b4891" /><Relationship Type="http://schemas.openxmlformats.org/officeDocument/2006/relationships/slide" Target="/ppt/slides/slide35.xml" Id="R995f6cee159b4e45" /><Relationship Type="http://schemas.openxmlformats.org/officeDocument/2006/relationships/slide" Target="/ppt/slides/slide36.xml" Id="R9ed11b4ad30448e9" /><Relationship Type="http://schemas.openxmlformats.org/officeDocument/2006/relationships/slide" Target="/ppt/slides/slide37.xml" Id="Re2c39961f05b48c2" /><Relationship Type="http://schemas.openxmlformats.org/officeDocument/2006/relationships/slide" Target="/ppt/slides/slide38.xml" Id="R83aa01ec2a36400a" /><Relationship Type="http://schemas.openxmlformats.org/officeDocument/2006/relationships/slide" Target="/ppt/slides/slide39.xml" Id="R288c526560354d94" /><Relationship Type="http://schemas.openxmlformats.org/officeDocument/2006/relationships/slide" Target="/ppt/slides/slide40.xml" Id="R5f160ccb5d1a4a4f" /><Relationship Type="http://schemas.openxmlformats.org/officeDocument/2006/relationships/slide" Target="/ppt/slides/slide41.xml" Id="Rd379c147e2a5449d" /><Relationship Type="http://schemas.openxmlformats.org/officeDocument/2006/relationships/slide" Target="/ppt/slides/slide42.xml" Id="R29125e7193784050" /><Relationship Type="http://schemas.openxmlformats.org/officeDocument/2006/relationships/slide" Target="/ppt/slides/slide43.xml" Id="Rff3bf84dd7624c8c" /><Relationship Type="http://schemas.openxmlformats.org/officeDocument/2006/relationships/slide" Target="/ppt/slides/slide44.xml" Id="R4f9e23ac7e4640d3" /><Relationship Type="http://schemas.openxmlformats.org/officeDocument/2006/relationships/slide" Target="/ppt/slides/slide45.xml" Id="R6707607f4da64b7a" /><Relationship Type="http://schemas.openxmlformats.org/officeDocument/2006/relationships/slide" Target="/ppt/slides/slide46.xml" Id="Redd74454eb734f97" /><Relationship Type="http://schemas.openxmlformats.org/officeDocument/2006/relationships/slide" Target="/ppt/slides/slide47.xml" Id="Rcd0337f6ec244e74" /><Relationship Type="http://schemas.openxmlformats.org/officeDocument/2006/relationships/slide" Target="/ppt/slides/slide48.xml" Id="Re38135f3311b487b" /><Relationship Type="http://schemas.openxmlformats.org/officeDocument/2006/relationships/slide" Target="/ppt/slides/slide49.xml" Id="R8f3df04467e84c24" /><Relationship Type="http://schemas.openxmlformats.org/officeDocument/2006/relationships/slide" Target="/ppt/slides/slide50.xml" Id="Rc7536fe640db49c3" /><Relationship Type="http://schemas.openxmlformats.org/officeDocument/2006/relationships/slide" Target="/ppt/slides/slide51.xml" Id="R0bb486f04c6c4bc1" /><Relationship Type="http://schemas.openxmlformats.org/officeDocument/2006/relationships/slide" Target="/ppt/slides/slide52.xml" Id="Re61f08e3cca24d14" /><Relationship Type="http://schemas.openxmlformats.org/officeDocument/2006/relationships/slide" Target="/ppt/slides/slide53.xml" Id="Ra6f98e97f2214572" /><Relationship Type="http://schemas.openxmlformats.org/officeDocument/2006/relationships/slide" Target="/ppt/slides/slide54.xml" Id="Rd7e6ac3c54b6401c" /><Relationship Type="http://schemas.openxmlformats.org/officeDocument/2006/relationships/slide" Target="/ppt/slides/slide55.xml" Id="R198b735a3146401d" /><Relationship Type="http://schemas.openxmlformats.org/officeDocument/2006/relationships/slide" Target="/ppt/slides/slide56.xml" Id="R8dad70fa906f402d" /><Relationship Type="http://schemas.openxmlformats.org/officeDocument/2006/relationships/slide" Target="/ppt/slides/slide57.xml" Id="R8ef6a9f9262e4562" /><Relationship Type="http://schemas.openxmlformats.org/officeDocument/2006/relationships/slide" Target="/ppt/slides/slide58.xml" Id="Recd7b023114645c0" /><Relationship Type="http://schemas.openxmlformats.org/officeDocument/2006/relationships/slide" Target="/ppt/slides/slide59.xml" Id="R1eb09a79032f4e60" /><Relationship Type="http://schemas.openxmlformats.org/officeDocument/2006/relationships/slide" Target="/ppt/slides/slide60.xml" Id="R8cdb288286db4820" /><Relationship Type="http://schemas.openxmlformats.org/officeDocument/2006/relationships/slide" Target="/ppt/slides/slide61.xml" Id="R0c671168a5ae4532" /><Relationship Type="http://schemas.openxmlformats.org/officeDocument/2006/relationships/slide" Target="/ppt/slides/slide62.xml" Id="R5892e18c8d32413a" /><Relationship Type="http://schemas.openxmlformats.org/officeDocument/2006/relationships/slide" Target="/ppt/slides/slide63.xml" Id="Rf275afd77d0f4f43" /><Relationship Type="http://schemas.openxmlformats.org/officeDocument/2006/relationships/slide" Target="/ppt/slides/slide64.xml" Id="Rc352ac913a184b78" /><Relationship Type="http://schemas.openxmlformats.org/officeDocument/2006/relationships/slide" Target="/ppt/slides/slide65.xml" Id="Rddbace6e61e84f18" /><Relationship Type="http://schemas.openxmlformats.org/officeDocument/2006/relationships/slide" Target="/ppt/slides/slide66.xml" Id="Rebc7e7eefe0c49a3" /><Relationship Type="http://schemas.openxmlformats.org/officeDocument/2006/relationships/slide" Target="/ppt/slides/slide67.xml" Id="Re4a2f5e9a90747eb" /><Relationship Type="http://schemas.openxmlformats.org/officeDocument/2006/relationships/slide" Target="/ppt/slides/slide68.xml" Id="R1d702675871f4570" /><Relationship Type="http://schemas.openxmlformats.org/officeDocument/2006/relationships/slide" Target="/ppt/slides/slide69.xml" Id="R1a57880c7a084284" /><Relationship Type="http://schemas.openxmlformats.org/officeDocument/2006/relationships/slide" Target="/ppt/slides/slide70.xml" Id="R72d24f7675ab4c3d" /><Relationship Type="http://schemas.openxmlformats.org/officeDocument/2006/relationships/slide" Target="/ppt/slides/slide71.xml" Id="R08f3052d82f348c3" /><Relationship Type="http://schemas.openxmlformats.org/officeDocument/2006/relationships/slide" Target="/ppt/slides/slide72.xml" Id="R9fd71ad0aa384491" /><Relationship Type="http://schemas.openxmlformats.org/officeDocument/2006/relationships/slide" Target="/ppt/slides/slide73.xml" Id="R0b75bf82b96a49ff" /><Relationship Type="http://schemas.openxmlformats.org/officeDocument/2006/relationships/slide" Target="/ppt/slides/slide74.xml" Id="Re8bf85fd1699471b" /><Relationship Type="http://schemas.openxmlformats.org/officeDocument/2006/relationships/slide" Target="/ppt/slides/slide75.xml" Id="Rde366b9e08df49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076ecb85cf42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e37c35aef14afd" /><Relationship Type="http://schemas.openxmlformats.org/officeDocument/2006/relationships/notesMaster" Target="/ppt/notesMasters/notesMaster1.xml" Id="R47473298ae5147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80084ea75d4187" /><Relationship Type="http://schemas.openxmlformats.org/officeDocument/2006/relationships/notesMaster" Target="/ppt/notesMasters/notesMaster1.xml" Id="Rb7d899fd389e48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2caefa2c9349d1" /><Relationship Type="http://schemas.openxmlformats.org/officeDocument/2006/relationships/notesMaster" Target="/ppt/notesMasters/notesMaster1.xml" Id="R7ee0eb7f29bb4e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4f62f9f33042e4" /><Relationship Type="http://schemas.openxmlformats.org/officeDocument/2006/relationships/notesMaster" Target="/ppt/notesMasters/notesMaster1.xml" Id="R181063c6730a4a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b4d11b00bf472c" /><Relationship Type="http://schemas.openxmlformats.org/officeDocument/2006/relationships/notesMaster" Target="/ppt/notesMasters/notesMaster1.xml" Id="R8d4db4796b204b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0926aa0d504d1c" /><Relationship Type="http://schemas.openxmlformats.org/officeDocument/2006/relationships/notesMaster" Target="/ppt/notesMasters/notesMaster1.xml" Id="R79108eaa2b1240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940a8959184cf8" /><Relationship Type="http://schemas.openxmlformats.org/officeDocument/2006/relationships/notesMaster" Target="/ppt/notesMasters/notesMaster1.xml" Id="Rccaeef209bb148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9d0e826a234c88" /><Relationship Type="http://schemas.openxmlformats.org/officeDocument/2006/relationships/notesMaster" Target="/ppt/notesMasters/notesMaster1.xml" Id="R01295bb95d144e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36fde329424baa" /><Relationship Type="http://schemas.openxmlformats.org/officeDocument/2006/relationships/notesMaster" Target="/ppt/notesMasters/notesMaster1.xml" Id="R84be43bab9e845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a13d36eb744d27" /><Relationship Type="http://schemas.openxmlformats.org/officeDocument/2006/relationships/notesMaster" Target="/ppt/notesMasters/notesMaster1.xml" Id="R06c9690c20f848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a64dc6cb294f58" /><Relationship Type="http://schemas.openxmlformats.org/officeDocument/2006/relationships/notesMaster" Target="/ppt/notesMasters/notesMaster1.xml" Id="R07eba39cdf1644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e77db328c344bf" /><Relationship Type="http://schemas.openxmlformats.org/officeDocument/2006/relationships/notesMaster" Target="/ppt/notesMasters/notesMaster1.xml" Id="R65c64fb2306249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1fc830dd624545" /><Relationship Type="http://schemas.openxmlformats.org/officeDocument/2006/relationships/notesMaster" Target="/ppt/notesMasters/notesMaster1.xml" Id="Rb07336c157b74d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1bdb9471db4044" /><Relationship Type="http://schemas.openxmlformats.org/officeDocument/2006/relationships/notesMaster" Target="/ppt/notesMasters/notesMaster1.xml" Id="R071ceab8ff7046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3d54cf63a54957" /><Relationship Type="http://schemas.openxmlformats.org/officeDocument/2006/relationships/notesMaster" Target="/ppt/notesMasters/notesMaster1.xml" Id="R228c2062f60641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fd6baf9f3242d2" /><Relationship Type="http://schemas.openxmlformats.org/officeDocument/2006/relationships/notesMaster" Target="/ppt/notesMasters/notesMaster1.xml" Id="R32219daa25a040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2517fc85014596" /><Relationship Type="http://schemas.openxmlformats.org/officeDocument/2006/relationships/notesMaster" Target="/ppt/notesMasters/notesMaster1.xml" Id="R0175dd33e56a4cc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a9d389b6fe3406c" /><Relationship Type="http://schemas.openxmlformats.org/officeDocument/2006/relationships/notesMaster" Target="/ppt/notesMasters/notesMaster1.xml" Id="R2bce19ed6ae047c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23d93b67cc14fe9" /><Relationship Type="http://schemas.openxmlformats.org/officeDocument/2006/relationships/notesMaster" Target="/ppt/notesMasters/notesMaster1.xml" Id="R0c7e96fe01e0491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6d89396f0048ca" /><Relationship Type="http://schemas.openxmlformats.org/officeDocument/2006/relationships/notesMaster" Target="/ppt/notesMasters/notesMaster1.xml" Id="R2de3ed7d47034f1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ee8e0835b1e4317" /><Relationship Type="http://schemas.openxmlformats.org/officeDocument/2006/relationships/notesMaster" Target="/ppt/notesMasters/notesMaster1.xml" Id="Rfa87234327364d0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d772a42c1b44fb8" /><Relationship Type="http://schemas.openxmlformats.org/officeDocument/2006/relationships/notesMaster" Target="/ppt/notesMasters/notesMaster1.xml" Id="R532fbc5adbd14e7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869cebab3854e38" /><Relationship Type="http://schemas.openxmlformats.org/officeDocument/2006/relationships/notesMaster" Target="/ppt/notesMasters/notesMaster1.xml" Id="R279b1a1c19b8441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4ebc26f1c4540b1" /><Relationship Type="http://schemas.openxmlformats.org/officeDocument/2006/relationships/notesMaster" Target="/ppt/notesMasters/notesMaster1.xml" Id="R47ea694f12df4bf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1880a87790f4b39" /><Relationship Type="http://schemas.openxmlformats.org/officeDocument/2006/relationships/notesMaster" Target="/ppt/notesMasters/notesMaster1.xml" Id="Rdbf8ef95e7e94a9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e940646e3d1409f" /><Relationship Type="http://schemas.openxmlformats.org/officeDocument/2006/relationships/notesMaster" Target="/ppt/notesMasters/notesMaster1.xml" Id="R7d49d916cfa9496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942a52d0ec04be8" /><Relationship Type="http://schemas.openxmlformats.org/officeDocument/2006/relationships/notesMaster" Target="/ppt/notesMasters/notesMaster1.xml" Id="Rc8eb8c556a3e465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97c90eb3e454e23" /><Relationship Type="http://schemas.openxmlformats.org/officeDocument/2006/relationships/notesMaster" Target="/ppt/notesMasters/notesMaster1.xml" Id="R6f0e160e0ece4e8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29d100eb9544ded" /><Relationship Type="http://schemas.openxmlformats.org/officeDocument/2006/relationships/notesMaster" Target="/ppt/notesMasters/notesMaster1.xml" Id="R423d933d3b7b4a9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99540a0216441fc" /><Relationship Type="http://schemas.openxmlformats.org/officeDocument/2006/relationships/notesMaster" Target="/ppt/notesMasters/notesMaster1.xml" Id="R34f0c27adeca4f0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86886cac45c4fa1" /><Relationship Type="http://schemas.openxmlformats.org/officeDocument/2006/relationships/notesMaster" Target="/ppt/notesMasters/notesMaster1.xml" Id="R61a96948572f4c7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3bc3fd473e24dd9" /><Relationship Type="http://schemas.openxmlformats.org/officeDocument/2006/relationships/notesMaster" Target="/ppt/notesMasters/notesMaster1.xml" Id="R7b062a78da1543f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644fa52c8274090" /><Relationship Type="http://schemas.openxmlformats.org/officeDocument/2006/relationships/notesMaster" Target="/ppt/notesMasters/notesMaster1.xml" Id="R99e415b26c0b439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07eac5e7a864b3b" /><Relationship Type="http://schemas.openxmlformats.org/officeDocument/2006/relationships/notesMaster" Target="/ppt/notesMasters/notesMaster1.xml" Id="R37646c127c6f413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77ccf06c96644ab" /><Relationship Type="http://schemas.openxmlformats.org/officeDocument/2006/relationships/notesMaster" Target="/ppt/notesMasters/notesMaster1.xml" Id="R2add6fc8977142d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5e5db53f9084a0e" /><Relationship Type="http://schemas.openxmlformats.org/officeDocument/2006/relationships/notesMaster" Target="/ppt/notesMasters/notesMaster1.xml" Id="R147bb8ebb2c542e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2e0cf1c2f90441d" /><Relationship Type="http://schemas.openxmlformats.org/officeDocument/2006/relationships/notesMaster" Target="/ppt/notesMasters/notesMaster1.xml" Id="R1c35d45abace40c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912145d40404ae4" /><Relationship Type="http://schemas.openxmlformats.org/officeDocument/2006/relationships/notesMaster" Target="/ppt/notesMasters/notesMaster1.xml" Id="Rd5e3bd347c4a4ea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ba7bb03764f4ef1" /><Relationship Type="http://schemas.openxmlformats.org/officeDocument/2006/relationships/notesMaster" Target="/ppt/notesMasters/notesMaster1.xml" Id="Rf2349f820f0d4b1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c95db6132a34f34" /><Relationship Type="http://schemas.openxmlformats.org/officeDocument/2006/relationships/notesMaster" Target="/ppt/notesMasters/notesMaster1.xml" Id="Ra6f66a5f79fb4f2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9f5f0d715c84722" /><Relationship Type="http://schemas.openxmlformats.org/officeDocument/2006/relationships/notesMaster" Target="/ppt/notesMasters/notesMaster1.xml" Id="R4c86473e65fb45a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89f5988fe394f86" /><Relationship Type="http://schemas.openxmlformats.org/officeDocument/2006/relationships/notesMaster" Target="/ppt/notesMasters/notesMaster1.xml" Id="R4d1411c59b694a2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5a1c87b9ac94486" /><Relationship Type="http://schemas.openxmlformats.org/officeDocument/2006/relationships/notesMaster" Target="/ppt/notesMasters/notesMaster1.xml" Id="R4c8821972e284bf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3d94be27aab45f4" /><Relationship Type="http://schemas.openxmlformats.org/officeDocument/2006/relationships/notesMaster" Target="/ppt/notesMasters/notesMaster1.xml" Id="R33cbc5fbaef3461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747f38c008a4e49" /><Relationship Type="http://schemas.openxmlformats.org/officeDocument/2006/relationships/notesMaster" Target="/ppt/notesMasters/notesMaster1.xml" Id="Ra93ab1bfc9da439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b384bd413694db7" /><Relationship Type="http://schemas.openxmlformats.org/officeDocument/2006/relationships/notesMaster" Target="/ppt/notesMasters/notesMaster1.xml" Id="R89e706ce88b9405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bc541a4b7334281" /><Relationship Type="http://schemas.openxmlformats.org/officeDocument/2006/relationships/notesMaster" Target="/ppt/notesMasters/notesMaster1.xml" Id="R43ab16ebabf8477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612cef626964573" /><Relationship Type="http://schemas.openxmlformats.org/officeDocument/2006/relationships/notesMaster" Target="/ppt/notesMasters/notesMaster1.xml" Id="Rce750d62293b464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1bf013c5ad64eb8" /><Relationship Type="http://schemas.openxmlformats.org/officeDocument/2006/relationships/notesMaster" Target="/ppt/notesMasters/notesMaster1.xml" Id="R19b56779932a409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444fba6a1aa4e8b" /><Relationship Type="http://schemas.openxmlformats.org/officeDocument/2006/relationships/notesMaster" Target="/ppt/notesMasters/notesMaster1.xml" Id="R08a32b7a38b3452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ce9a3cb3a354c0e" /><Relationship Type="http://schemas.openxmlformats.org/officeDocument/2006/relationships/notesMaster" Target="/ppt/notesMasters/notesMaster1.xml" Id="Rde8aadcd48ab4780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d01fd515ecd4cfe" /><Relationship Type="http://schemas.openxmlformats.org/officeDocument/2006/relationships/notesMaster" Target="/ppt/notesMasters/notesMaster1.xml" Id="Rce0588912f9d4dd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076e75944b74ebf" /><Relationship Type="http://schemas.openxmlformats.org/officeDocument/2006/relationships/notesMaster" Target="/ppt/notesMasters/notesMaster1.xml" Id="Rdc06fee143c246f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a759755ec914daa" /><Relationship Type="http://schemas.openxmlformats.org/officeDocument/2006/relationships/notesMaster" Target="/ppt/notesMasters/notesMaster1.xml" Id="R99d79aef98c04b9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1f5ab54397c402a" /><Relationship Type="http://schemas.openxmlformats.org/officeDocument/2006/relationships/notesMaster" Target="/ppt/notesMasters/notesMaster1.xml" Id="R177d9b852a924ad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d9b37177931540cf" /><Relationship Type="http://schemas.openxmlformats.org/officeDocument/2006/relationships/notesMaster" Target="/ppt/notesMasters/notesMaster1.xml" Id="Rd438c22bd224496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f7fb69168dd4be1" /><Relationship Type="http://schemas.openxmlformats.org/officeDocument/2006/relationships/notesMaster" Target="/ppt/notesMasters/notesMaster1.xml" Id="Red47307d492a4f3c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5994d6013a664b47" /><Relationship Type="http://schemas.openxmlformats.org/officeDocument/2006/relationships/notesMaster" Target="/ppt/notesMasters/notesMaster1.xml" Id="R969ba102cc424a3f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69a5541d39242d0" /><Relationship Type="http://schemas.openxmlformats.org/officeDocument/2006/relationships/notesMaster" Target="/ppt/notesMasters/notesMaster1.xml" Id="Rcc1828bdc3514db4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a83570b43fe74700" /><Relationship Type="http://schemas.openxmlformats.org/officeDocument/2006/relationships/notesMaster" Target="/ppt/notesMasters/notesMaster1.xml" Id="Rbcb87d2a0bd94488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d177752944134c27" /><Relationship Type="http://schemas.openxmlformats.org/officeDocument/2006/relationships/notesMaster" Target="/ppt/notesMasters/notesMaster1.xml" Id="R3f7f1f4be9d14881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122ba19d25134a77" /><Relationship Type="http://schemas.openxmlformats.org/officeDocument/2006/relationships/notesMaster" Target="/ppt/notesMasters/notesMaster1.xml" Id="R40356e3a24f0444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cdf40e9073184fe5" /><Relationship Type="http://schemas.openxmlformats.org/officeDocument/2006/relationships/notesMaster" Target="/ppt/notesMasters/notesMaster1.xml" Id="R8e3295106a05461d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2e698a4199bf48ad" /><Relationship Type="http://schemas.openxmlformats.org/officeDocument/2006/relationships/notesMaster" Target="/ppt/notesMasters/notesMaster1.xml" Id="R2d7b763653ef4337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ad53904b74f741ee" /><Relationship Type="http://schemas.openxmlformats.org/officeDocument/2006/relationships/notesMaster" Target="/ppt/notesMasters/notesMaster1.xml" Id="R42db7cf840974191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02a10767dd0f43d3" /><Relationship Type="http://schemas.openxmlformats.org/officeDocument/2006/relationships/notesMaster" Target="/ppt/notesMasters/notesMaster1.xml" Id="R7675627f43ab4d0f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dbdcfd295c1e46e2" /><Relationship Type="http://schemas.openxmlformats.org/officeDocument/2006/relationships/notesMaster" Target="/ppt/notesMasters/notesMaster1.xml" Id="R3b7d65423522407a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afea0958d6254049" /><Relationship Type="http://schemas.openxmlformats.org/officeDocument/2006/relationships/notesMaster" Target="/ppt/notesMasters/notesMaster1.xml" Id="R141efcf24a484967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dce8f52495a049ee" /><Relationship Type="http://schemas.openxmlformats.org/officeDocument/2006/relationships/notesMaster" Target="/ppt/notesMasters/notesMaster1.xml" Id="R5dcb02a36ace415f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5f619659bc354640" /><Relationship Type="http://schemas.openxmlformats.org/officeDocument/2006/relationships/notesMaster" Target="/ppt/notesMasters/notesMaster1.xml" Id="Rdbb5eaec6df841f4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d24615dc75ba4040" /><Relationship Type="http://schemas.openxmlformats.org/officeDocument/2006/relationships/notesMaster" Target="/ppt/notesMasters/notesMaster1.xml" Id="Ra83430cc65ad437e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60c11a59e140440a" /><Relationship Type="http://schemas.openxmlformats.org/officeDocument/2006/relationships/notesMaster" Target="/ppt/notesMasters/notesMaster1.xml" Id="R2835e5f387c74372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631794e408b74e18" /><Relationship Type="http://schemas.openxmlformats.org/officeDocument/2006/relationships/notesMaster" Target="/ppt/notesMasters/notesMaster1.xml" Id="Rff1e697a824e4aff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cb2232eb7e68436a" /><Relationship Type="http://schemas.openxmlformats.org/officeDocument/2006/relationships/notesMaster" Target="/ppt/notesMasters/notesMaster1.xml" Id="R6c40f8cc3e524719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2c3d362a3aa245e3" /><Relationship Type="http://schemas.openxmlformats.org/officeDocument/2006/relationships/notesMaster" Target="/ppt/notesMasters/notesMaster1.xml" Id="R7854ae886ff14d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緊急タスクの最終統合資料。制作判断と技術責任者推奨を区別して説明する。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D:/05_codex/02_game/000_エージェント共有読み物/01_タスク.txt</a:t>
            </a:r>
          </a:p>
          <a:p xmlns:a="http://schemas.openxmlformats.org/drawingml/2006/main">
            <a:r>
              <a:t>- D:/05_codex/02_game/001_設定資料/YTC_Game_Setting_Story_v1.md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D:/05_codex/02_game/000_エージェント共有読み物/01_タスク.txt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- Internal: 技術責任者・デザインマネージャー・マネージャー確認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D:/05_codex/02_game/001_設定資料/YTC_Game_Setting_Story_v1.md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D:/05_codex/02_game/001_設定資料/06_Loot_and_Items.md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D:/05_codex/02_game/001_設定資料/YTC_Game_Setting_Story_v1.md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- D:/05_codex/02_game/001_設定資料/05_Equipment.md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D:/05_codex/02_game/001_設定資料/06_Loot_and_Items.md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D:/05_codex/02_game/001_設定資料/08_Weapon_Stats.md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D:/05_codex/02_game/001_設定資料/07_Player_Stats.md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D:/05_codex/02_game/001_設定資料/05_Equipment.md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D:/05_codex/02_game/001_設定資料/04_Weapons.md</a:t>
            </a:r>
          </a:p>
          <a:p xmlns:a="http://schemas.openxmlformats.org/drawingml/2006/main">
            <a:r>
              <a:t>- D:/05_codex/02_game/001_設定資料/08_Weapon_Stats.md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D:/05_codex/02_game/001_設定資料/06_Loot_and_Items.md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D:/05_codex/02_game/001_設定資料/07_Player_Stats.md</a:t>
            </a:r>
          </a:p>
          <a:p xmlns:a="http://schemas.openxmlformats.org/drawingml/2006/main">
            <a:r>
              <a:t>- D:/05_codex/02_game/001_設定資料/05_Equipment.md</a:t>
            </a:r>
          </a:p>
          <a:p xmlns:a="http://schemas.openxmlformats.org/drawingml/2006/main">
            <a:r>
              <a:t>- D:/05_codex/02_game/001_設定資料/04_Weapons.md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D:/05_codex/02_game/001_設定資料/03_Enemies_and_Encounters.md</a:t>
            </a:r>
          </a:p>
          <a:p xmlns:a="http://schemas.openxmlformats.org/drawingml/2006/main">
            <a:r>
              <a:t>- Internal: デザインマネージャーレビュー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D:/05_codex/02_game/001_設定資料/03_Enemies_and_Encounters.md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Internal: デザインマネージャーレビュー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D:/05_codex/02_game/001_設定資料/06_Loot_and_Items.md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- D:/05_codex/02_game/000_エージェント共有読み物/01_タスク.txt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- D:/05_codex/02_game/001_設定資料/12_ID_and_Terminology.md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技術責任者・マネージャーレビュー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技術責任者・マネージャーレビュー 2026-08-19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- Internal: 技術責任者・マネージャーレビュー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- Internal: 技術責任者・マネージャーレビュー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D:/05_codex/02_game/000_エージェント共有読み物/01_タスク.txt</a:t>
            </a:r>
          </a:p>
          <a:p xmlns:a="http://schemas.openxmlformats.org/drawingml/2006/main">
            <a:r>
              <a:t>- D:/05_codex/02_game/000_エージェント共有読み物/エージェント役割設定.txt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D:/05_codex/02_game/001_設定資料/04_Weapons.md</a:t>
            </a:r>
          </a:p>
          <a:p xmlns:a="http://schemas.openxmlformats.org/drawingml/2006/main">
            <a:r>
              <a:t>- D:/05_codex/02_game/001_設定資料/05_Equipment.md</a:t>
            </a:r>
          </a:p>
          <a:p xmlns:a="http://schemas.openxmlformats.org/drawingml/2006/main">
            <a:r>
              <a:t>- D:/05_codex/02_game/001_設定資料/06_Loot_and_Items.md</a:t>
            </a:r>
          </a:p>
          <a:p xmlns:a="http://schemas.openxmlformats.org/drawingml/2006/main">
            <a:r>
              <a:t>- D:/05_codex/02_game/001_設定資料/08_Weapon_Stats.md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D:/05_codex/02_game/001_設定資料/07_Player_Stats.md</a:t>
            </a:r>
          </a:p>
          <a:p xmlns:a="http://schemas.openxmlformats.org/drawingml/2006/main">
            <a:r>
              <a:t>- D:/05_codex/02_game/001_設定資料/08_Weapon_Stats.md</a:t>
            </a:r>
          </a:p>
          <a:p xmlns:a="http://schemas.openxmlformats.org/drawingml/2006/main">
            <a:r>
              <a:t>- D:/05_codex/02_game/001_設定資料/12_ID_and_Terminology.md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- D:/05_codex/02_game/000_エージェント共有読み物/01_タスク.txt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5d3c4583d440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94c85199b74ec6" /><Relationship Type="http://schemas.openxmlformats.org/officeDocument/2006/relationships/slideLayout" Target="/ppt/slideLayouts/slideLayout1.xml" Id="Rf38015b75cc249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8015b75cc249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d97d583e24f8d" /><Relationship Type="http://schemas.openxmlformats.org/officeDocument/2006/relationships/notesSlide" Target="/ppt/notesSlides/notesSlide1.xml" Id="R632d777ee2b944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2c4acca794bdb" /><Relationship Type="http://schemas.openxmlformats.org/officeDocument/2006/relationships/notesSlide" Target="/ppt/notesSlides/notesSlide2.xml" Id="R81a5712b99fb4e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4d1834e1840ef" /><Relationship Type="http://schemas.openxmlformats.org/officeDocument/2006/relationships/notesSlide" Target="/ppt/notesSlides/notesSlide3.xml" Id="Rd3252655446749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8792ef1484669" /><Relationship Type="http://schemas.openxmlformats.org/officeDocument/2006/relationships/notesSlide" Target="/ppt/notesSlides/notesSlide4.xml" Id="R6fb48bec690742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11ac63b3347d2" /><Relationship Type="http://schemas.openxmlformats.org/officeDocument/2006/relationships/notesSlide" Target="/ppt/notesSlides/notesSlide5.xml" Id="R78b23818d9c646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5d7090c884d5f" /><Relationship Type="http://schemas.openxmlformats.org/officeDocument/2006/relationships/notesSlide" Target="/ppt/notesSlides/notesSlide6.xml" Id="R5f899fb0398c49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fe4bbba3d45d5" /><Relationship Type="http://schemas.openxmlformats.org/officeDocument/2006/relationships/notesSlide" Target="/ppt/notesSlides/notesSlide7.xml" Id="R0af004b642754b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c5d9c88624e9b" /><Relationship Type="http://schemas.openxmlformats.org/officeDocument/2006/relationships/notesSlide" Target="/ppt/notesSlides/notesSlide8.xml" Id="Rc9ea4117797341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8104be81d4d2d" /><Relationship Type="http://schemas.openxmlformats.org/officeDocument/2006/relationships/notesSlide" Target="/ppt/notesSlides/notesSlide9.xml" Id="R58bcd999d23641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f4c4eabb84c27" /><Relationship Type="http://schemas.openxmlformats.org/officeDocument/2006/relationships/notesSlide" Target="/ppt/notesSlides/notesSlide10.xml" Id="R50594f5aba9741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ddeeaff154d4e" /><Relationship Type="http://schemas.openxmlformats.org/officeDocument/2006/relationships/notesSlide" Target="/ppt/notesSlides/notesSlide11.xml" Id="R8bf6a4166e0945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221afaeec47f0" /><Relationship Type="http://schemas.openxmlformats.org/officeDocument/2006/relationships/notesSlide" Target="/ppt/notesSlides/notesSlide12.xml" Id="Rff965b262ebb4b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8c08cbada4816" /><Relationship Type="http://schemas.openxmlformats.org/officeDocument/2006/relationships/notesSlide" Target="/ppt/notesSlides/notesSlide13.xml" Id="R607ad2889f254d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5c1e5ded4439f" /><Relationship Type="http://schemas.openxmlformats.org/officeDocument/2006/relationships/notesSlide" Target="/ppt/notesSlides/notesSlide14.xml" Id="R4753241233764b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61fd2372749df" /><Relationship Type="http://schemas.openxmlformats.org/officeDocument/2006/relationships/notesSlide" Target="/ppt/notesSlides/notesSlide15.xml" Id="Rb54333b964534c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b7c97d9994470" /><Relationship Type="http://schemas.openxmlformats.org/officeDocument/2006/relationships/notesSlide" Target="/ppt/notesSlides/notesSlide16.xml" Id="Rf1254c653f9d44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917624fae42a7" /><Relationship Type="http://schemas.openxmlformats.org/officeDocument/2006/relationships/notesSlide" Target="/ppt/notesSlides/notesSlide17.xml" Id="R5916ddc852fb4bc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76e246c9a4dcf" /><Relationship Type="http://schemas.openxmlformats.org/officeDocument/2006/relationships/notesSlide" Target="/ppt/notesSlides/notesSlide18.xml" Id="R5775904079d34a3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97bcaeffd4d73" /><Relationship Type="http://schemas.openxmlformats.org/officeDocument/2006/relationships/notesSlide" Target="/ppt/notesSlides/notesSlide19.xml" Id="Rb5bd3205245d48f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4cf6dc0164623" /><Relationship Type="http://schemas.openxmlformats.org/officeDocument/2006/relationships/notesSlide" Target="/ppt/notesSlides/notesSlide20.xml" Id="R148a3a00e79e426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f7b3b907d4ac1" /><Relationship Type="http://schemas.openxmlformats.org/officeDocument/2006/relationships/notesSlide" Target="/ppt/notesSlides/notesSlide21.xml" Id="R909555a762f6466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17ffc469f4258" /><Relationship Type="http://schemas.openxmlformats.org/officeDocument/2006/relationships/notesSlide" Target="/ppt/notesSlides/notesSlide22.xml" Id="R1ca49999e4c741b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2f13a94a84789" /><Relationship Type="http://schemas.openxmlformats.org/officeDocument/2006/relationships/notesSlide" Target="/ppt/notesSlides/notesSlide23.xml" Id="R3dfe47499c6d46b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23c3230864e7a" /><Relationship Type="http://schemas.openxmlformats.org/officeDocument/2006/relationships/notesSlide" Target="/ppt/notesSlides/notesSlide24.xml" Id="R1b8d129db33048d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748628c584b4f" /><Relationship Type="http://schemas.openxmlformats.org/officeDocument/2006/relationships/notesSlide" Target="/ppt/notesSlides/notesSlide25.xml" Id="R6c535d2d04664f4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a113137764e50" /><Relationship Type="http://schemas.openxmlformats.org/officeDocument/2006/relationships/notesSlide" Target="/ppt/notesSlides/notesSlide26.xml" Id="R35a5df442fc7438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213da35424336" /><Relationship Type="http://schemas.openxmlformats.org/officeDocument/2006/relationships/notesSlide" Target="/ppt/notesSlides/notesSlide27.xml" Id="Rc4e47516070c4a7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a469241034c15" /><Relationship Type="http://schemas.openxmlformats.org/officeDocument/2006/relationships/notesSlide" Target="/ppt/notesSlides/notesSlide28.xml" Id="R44e78c004e04405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b2b9cdbbd4a3a" /><Relationship Type="http://schemas.openxmlformats.org/officeDocument/2006/relationships/notesSlide" Target="/ppt/notesSlides/notesSlide29.xml" Id="R36637f1aabbb493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b3812714e43dc" /><Relationship Type="http://schemas.openxmlformats.org/officeDocument/2006/relationships/notesSlide" Target="/ppt/notesSlides/notesSlide30.xml" Id="Rc4907add0ad34fd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00a34afd94dbf" /><Relationship Type="http://schemas.openxmlformats.org/officeDocument/2006/relationships/notesSlide" Target="/ppt/notesSlides/notesSlide31.xml" Id="R1e892d1aaf4e4b0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f73a6849649b7" /><Relationship Type="http://schemas.openxmlformats.org/officeDocument/2006/relationships/notesSlide" Target="/ppt/notesSlides/notesSlide32.xml" Id="Rf1ed855cddd3450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3c5d25f6b4f6c" /><Relationship Type="http://schemas.openxmlformats.org/officeDocument/2006/relationships/notesSlide" Target="/ppt/notesSlides/notesSlide33.xml" Id="R37d71483395b464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ff379f8604238" /><Relationship Type="http://schemas.openxmlformats.org/officeDocument/2006/relationships/notesSlide" Target="/ppt/notesSlides/notesSlide34.xml" Id="R52ddb8ee947b4ad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e3a88b7a44d2f" /><Relationship Type="http://schemas.openxmlformats.org/officeDocument/2006/relationships/notesSlide" Target="/ppt/notesSlides/notesSlide35.xml" Id="R27618c6baec64a5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07f0408234b15" /><Relationship Type="http://schemas.openxmlformats.org/officeDocument/2006/relationships/notesSlide" Target="/ppt/notesSlides/notesSlide36.xml" Id="Rbbba6d4b5bdf453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63c0f0a294c73" /><Relationship Type="http://schemas.openxmlformats.org/officeDocument/2006/relationships/notesSlide" Target="/ppt/notesSlides/notesSlide37.xml" Id="Rf846d451511a432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07c83311447d4" /><Relationship Type="http://schemas.openxmlformats.org/officeDocument/2006/relationships/notesSlide" Target="/ppt/notesSlides/notesSlide38.xml" Id="R2926f3bbb44a456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ff2ed463143ea" /><Relationship Type="http://schemas.openxmlformats.org/officeDocument/2006/relationships/notesSlide" Target="/ppt/notesSlides/notesSlide39.xml" Id="R4966b8a0322c448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b7d0c5301476d" /><Relationship Type="http://schemas.openxmlformats.org/officeDocument/2006/relationships/notesSlide" Target="/ppt/notesSlides/notesSlide40.xml" Id="R1e700255d6a849f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5307c8d1d4ef9" /><Relationship Type="http://schemas.openxmlformats.org/officeDocument/2006/relationships/notesSlide" Target="/ppt/notesSlides/notesSlide41.xml" Id="Ra2bc343306604f2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1d2c85dd845e3" /><Relationship Type="http://schemas.openxmlformats.org/officeDocument/2006/relationships/notesSlide" Target="/ppt/notesSlides/notesSlide42.xml" Id="Ra8d57c5ccec7487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415df36e84ac7" /><Relationship Type="http://schemas.openxmlformats.org/officeDocument/2006/relationships/notesSlide" Target="/ppt/notesSlides/notesSlide43.xml" Id="R3bc432d85ffd4a6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f2dde3e2946e7" /><Relationship Type="http://schemas.openxmlformats.org/officeDocument/2006/relationships/notesSlide" Target="/ppt/notesSlides/notesSlide44.xml" Id="Rdc0d78792951482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968f155b741dc" /><Relationship Type="http://schemas.openxmlformats.org/officeDocument/2006/relationships/notesSlide" Target="/ppt/notesSlides/notesSlide45.xml" Id="Rb62c4a8aebfb40e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7d9f3d5464dd6" /><Relationship Type="http://schemas.openxmlformats.org/officeDocument/2006/relationships/notesSlide" Target="/ppt/notesSlides/notesSlide46.xml" Id="Rf44ec6ef2dcc43f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999d3aab240e1" /><Relationship Type="http://schemas.openxmlformats.org/officeDocument/2006/relationships/notesSlide" Target="/ppt/notesSlides/notesSlide47.xml" Id="Rb3d20479f63946a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1834339eb4f2b" /><Relationship Type="http://schemas.openxmlformats.org/officeDocument/2006/relationships/notesSlide" Target="/ppt/notesSlides/notesSlide48.xml" Id="R027452a911c7454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7ac2ad9014c9c" /><Relationship Type="http://schemas.openxmlformats.org/officeDocument/2006/relationships/notesSlide" Target="/ppt/notesSlides/notesSlide49.xml" Id="Ra9f8776b3442425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4236490b447ac" /><Relationship Type="http://schemas.openxmlformats.org/officeDocument/2006/relationships/notesSlide" Target="/ppt/notesSlides/notesSlide50.xml" Id="Rb5a3656c6afd4f4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5a17e891f4e50" /><Relationship Type="http://schemas.openxmlformats.org/officeDocument/2006/relationships/notesSlide" Target="/ppt/notesSlides/notesSlide51.xml" Id="Reb746083699c402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66da50c024a24" /><Relationship Type="http://schemas.openxmlformats.org/officeDocument/2006/relationships/notesSlide" Target="/ppt/notesSlides/notesSlide52.xml" Id="Rc279300c239d43f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3b06839944741" /><Relationship Type="http://schemas.openxmlformats.org/officeDocument/2006/relationships/notesSlide" Target="/ppt/notesSlides/notesSlide53.xml" Id="R6f7d29875a3b48df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c38092a21483d" /><Relationship Type="http://schemas.openxmlformats.org/officeDocument/2006/relationships/notesSlide" Target="/ppt/notesSlides/notesSlide54.xml" Id="Ra67b6ab09ba741a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ebc2c84314595" /><Relationship Type="http://schemas.openxmlformats.org/officeDocument/2006/relationships/notesSlide" Target="/ppt/notesSlides/notesSlide55.xml" Id="R4f40e57aae244009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097d50f124a1f" /><Relationship Type="http://schemas.openxmlformats.org/officeDocument/2006/relationships/notesSlide" Target="/ppt/notesSlides/notesSlide56.xml" Id="R9611d9b5fa514d66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347f527e54725" /><Relationship Type="http://schemas.openxmlformats.org/officeDocument/2006/relationships/notesSlide" Target="/ppt/notesSlides/notesSlide57.xml" Id="Rb88de3fd4fd0423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b2dae73ac4aa3" /><Relationship Type="http://schemas.openxmlformats.org/officeDocument/2006/relationships/notesSlide" Target="/ppt/notesSlides/notesSlide58.xml" Id="Ra115725870fd4003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c780bdc9b446b" /><Relationship Type="http://schemas.openxmlformats.org/officeDocument/2006/relationships/notesSlide" Target="/ppt/notesSlides/notesSlide59.xml" Id="Redfebb2398e44a33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4595875ab40c2" /><Relationship Type="http://schemas.openxmlformats.org/officeDocument/2006/relationships/notesSlide" Target="/ppt/notesSlides/notesSlide60.xml" Id="Rb56292102464442a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5261befb44cca" /><Relationship Type="http://schemas.openxmlformats.org/officeDocument/2006/relationships/notesSlide" Target="/ppt/notesSlides/notesSlide61.xml" Id="Rc92a51b9da2b41f9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cd6ad8eda44d1" /><Relationship Type="http://schemas.openxmlformats.org/officeDocument/2006/relationships/notesSlide" Target="/ppt/notesSlides/notesSlide62.xml" Id="Rad7af1181b0b4044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a25a2e01e4944" /><Relationship Type="http://schemas.openxmlformats.org/officeDocument/2006/relationships/notesSlide" Target="/ppt/notesSlides/notesSlide63.xml" Id="Rf3de8aa007ff48fc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54f38b7e942e3" /><Relationship Type="http://schemas.openxmlformats.org/officeDocument/2006/relationships/notesSlide" Target="/ppt/notesSlides/notesSlide64.xml" Id="R1cbb85f5851c4151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e6d99972c40d8" /><Relationship Type="http://schemas.openxmlformats.org/officeDocument/2006/relationships/notesSlide" Target="/ppt/notesSlides/notesSlide65.xml" Id="Rfacf33dfe0044921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ab7b7e0ae4ef7" /><Relationship Type="http://schemas.openxmlformats.org/officeDocument/2006/relationships/notesSlide" Target="/ppt/notesSlides/notesSlide66.xml" Id="Rbc4d734d7908416a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c1f9beebd43f2" /><Relationship Type="http://schemas.openxmlformats.org/officeDocument/2006/relationships/notesSlide" Target="/ppt/notesSlides/notesSlide67.xml" Id="R6f704509b6b64650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3501f436647ec" /><Relationship Type="http://schemas.openxmlformats.org/officeDocument/2006/relationships/notesSlide" Target="/ppt/notesSlides/notesSlide68.xml" Id="R571336df3a4249b2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3a8a620704bf9" /><Relationship Type="http://schemas.openxmlformats.org/officeDocument/2006/relationships/notesSlide" Target="/ppt/notesSlides/notesSlide69.xml" Id="R4884f273b40b458c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323b1502a4290" /><Relationship Type="http://schemas.openxmlformats.org/officeDocument/2006/relationships/notesSlide" Target="/ppt/notesSlides/notesSlide70.xml" Id="R2a44e9c867ac4448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54d9ff11c4e73" /><Relationship Type="http://schemas.openxmlformats.org/officeDocument/2006/relationships/notesSlide" Target="/ppt/notesSlides/notesSlide71.xml" Id="Raf200aa39ff7446b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beffd17b843ce" /><Relationship Type="http://schemas.openxmlformats.org/officeDocument/2006/relationships/notesSlide" Target="/ppt/notesSlides/notesSlide72.xml" Id="R1cada0bdc06e446e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80996325f495a" /><Relationship Type="http://schemas.openxmlformats.org/officeDocument/2006/relationships/notesSlide" Target="/ppt/notesSlides/notesSlide73.xml" Id="R1782069833274bfa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ebd8ce10f4a97" /><Relationship Type="http://schemas.openxmlformats.org/officeDocument/2006/relationships/notesSlide" Target="/ppt/notesSlides/notesSlide74.xml" Id="R8e2cd591b43546db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871cbd6174a48" /><Relationship Type="http://schemas.openxmlformats.org/officeDocument/2006/relationships/notesSlide" Target="/ppt/notesSlides/notesSlide75.xml" Id="R5a893929124e4d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3-1">
            <a:extLst xmlns:a="http://schemas.openxmlformats.org/drawingml/2006/main">
              <a:ext uri="{FF2B5EF4-FFF2-40B4-BE49-F238E27FC236}">
                <a16:creationId xmlns:a16="http://schemas.microsoft.com/office/drawing/2014/main" id="{65429A51-89F2-477A-89DF-408247B8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YTC: Deliver Tomorrow
統合企画・要件定義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7C31E1A-C307-4E6F-B430-9624F2EA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物語・ゲームシステム・想定技術・機能／非機能要件
Producer Final Draft v1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81257E8-3C51-48BA-9B5F-1E4C1125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INTEGRATED PROJECT DEFINITION / 2026.08.19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817D5-FC0E-4F1F-87C5-0D6A0002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0"/>
            <a:ext cx="1476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5C5D1-2E6C-4890-8DF6-62B3903C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0"/>
            <a:ext cx="1085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8EA0A-C4CF-46C5-AD97-B88D710C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953000"/>
            <a:ext cx="1000125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50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YOUR
TOMORROW,
CARRIED.</a:t>
            </a:r>
          </a:p>
        </p:txBody>
      </p:sp>
    </p:spTree>
    <p:extLst>
      <p:ext uri="{BB962C8B-B14F-4D97-AF65-F5344CB8AC3E}">
        <p14:creationId xmlns:p14="http://schemas.microsoft.com/office/powerpoint/2010/main" val="15346635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72C519C-EC06-41BD-8CAD-6BF9EAD9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9B074DD-2429-48D1-A0F5-839723E0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本資料を、制作判断の共通基準にする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30D42C70-3D85-423B-8781-34B73E83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DCC00141-CBA4-4A75-A441-54B27667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DA95860-9DE4-4002-A085-007A854E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技術推奨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技術責任者がUE5系・データ駆動・オフライン優先を採択。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C1C9087-0331-4D39-961C-ABE15C0D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仕様ゲート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数式・ID・装備枠・章解放の矛盾はP0前に閉じる。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4EB2CD00-D151-4CEF-9434-BD37F914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43AE72FE-8B7C-4DDC-B176-7677E614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0FA1CC7E-22CD-4AD9-BBDC-1B7EB8A4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EBC46ADD-2B28-44EA-9AFC-78DFC340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確定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世界観、20章の因果、ytcの価値観、ソロ完結の体験。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CC82460A-D960-4D13-809D-8226703E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31AA150E-4F75-4749-B5B3-FC757FC8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DOCUMENT STATUS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緊急指示の必須範囲を一冊に統合。確定／暫定／将来／責任者決定待ちを混同しない。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ACD82-D3CB-4CE5-A03F-2DDAD220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51414-74AA-4F9A-B5CC-33E46954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708BA-6EB0-4072-9229-17451D58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76245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E9F21-1C03-4FB6-B1A1-707D77B4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09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5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ONE-LINE PRODUCT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CDF0D-AEF7-490A-89A2-2E7A9205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715625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435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小さなPMCが、
人間の拒否権を明日へ届ける。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597C2-C1A2-4B3E-A9B7-CCC490A4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C1F42-2D5F-46F2-B551-E3535842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Windows PC向け2.5D装備収集メカアクション。射撃／近接／飛行／環境攻略と、戦利品／証拠収集を一つのループへ束ねる。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872C5-A2AD-4270-AD1F-44092DA0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98336-B946-467B-9E26-9620DA6D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3F571-1BD5-4EBD-AD34-9B8A8906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91902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89B55A-1502-4BA9-BC2C-92869AB6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5つの体験ピラーが、同じ判断を別の角度から問う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757ED-6E86-4DC2-9C37-EF63CC5E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中心価値は『最適解』ではなく、守る相手の顔を見て決める権利。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9926F-4C88-43FC-A2B3-C09750F5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F6C71-825E-44A1-AA65-EDE9BA7D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9D93E-D247-4FBD-B41A-CB074CD4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読める
2.5D戦闘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F5819-BC5B-48FC-8D9D-DE439753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3Dメカの重量感を、横方向の明快な視点で提供。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AA328-F137-4509-AB95-96D43BBD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281FE-B698-4CE8-BEC3-EFCE78DD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049F6-1C0E-4FC5-AC77-F982E177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射撃と近接の
往復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619AF-1104-458E-B820-67435EFE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安全な射撃と高リスク・高効果の近接を切り替える。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32756-9827-4FC6-9F7E-FE791803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3065B-0251-4FDB-ACBC-3DFA1A22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186DA-3752-463F-8E4F-94C93AD7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任務へ答える
装備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E98EA-2024-4DCE-9241-C86A1BF3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数値だけでなく寒冷・高熱・浸水・妨害へ回答する。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B4A55-E326-4CC3-836D-795D55AD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7C623-B62F-4D32-A8CB-95FB7826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19F2B-9741-447A-889A-7065A39B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戦利品が
証拠になる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115D07-A994-464D-B250-5BFB7A57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回収・強化・売却と陰謀追跡が同じ行為から進む。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C354E-2833-4827-B9AA-3DFC3404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42E66-7BB3-47B0-8169-24D89AD0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22E2D-66F8-4DDF-A75C-D3D37F6A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15人の会社を
守る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A7A62-2FD8-4145-9B66-7D297F15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顔と責任が見える組織で、誰を守るかを決める。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D0DFF9-D808-4387-B47E-6284FE20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A5851-D51C-434C-A315-704FF54E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3C97C5-5FB7-4CB4-B9C3-B8E3ECF1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5501414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733A6-FC68-47CC-A9BD-2223D801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2091年、民間武力が日常業務になった世界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7FC74-F6E9-4EB7-BF38-0D6656FB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422C3-237C-4D26-86CB-2E74DD9E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WORLD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A3971-092F-4FB8-B089-FA4CF94D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国家・企業・PMCが都市防衛、輸送、救助を分担
• 攻殻装甲と無人兵器は高価だが一般化
• 物流と武器データが紛争の規模を決める
• 巨大企業の効率と、小組織の責任が対立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D6272-0726-4AF6-9071-F602F4C8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PLAYER PROMISE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8123E-04D9-4D4F-8B0C-7BBC7632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英雄ではなく、依頼を完遂して全員で帰る職業人
• 敵を倒すだけでなく、救助・護衛・非致死を評価
• 暗い軍事世界でも日常の温かさを失わない
• 最終決戦後も、小さな配送依頼へ戻る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35BF2-DDB8-4518-A67F-77422B9E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A33DB-2236-45FC-AC0C-47E3DFB2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世界の大きさより、『誰が責任を取るか』が物語の温度を決める。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3DC44-B2F8-4423-B52D-B33180DA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F0A83-96D3-4EDE-B98F-6B010E4C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35ED4-2248-405B-A0FD-99D94E33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9561941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3B95EB4-2901-4CE8-8159-757D443D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77583E2-EB9A-4320-8A28-21B91A80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ytcは、15人全員の専門性で巨大組織へ対抗する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18BDFA41-D8AB-45AB-8185-35F6A530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92AADC1D-73AB-46DC-A820-B237CC94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0093402-0272-4D49-B208-4C3E4C86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弱み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予備人員・補給・政治力・同時展開能力に乏しい。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124D807-2907-401A-BB67-90D54AEB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標語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Your Tomorrow, Carried.
『今日も笑顔を届けよう』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8BBD08E9-08D2-498F-A05F-1F084CAE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B4007B1A-F9FA-4814-93BA-7D24D1AF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DFA5B8AF-0895-41CE-9CAC-D4AA3519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447F3A3-04DD-4192-93CB-2799B1D0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強み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意思決定が速い。機密経路が少ない。全員の専門が見える。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531A776B-AB8F-4CBE-8A22-26AB2F69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147F7CCA-2050-4763-9D97-63384C24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ORG_YTC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YTC Risk Management 合同会社。護衛・輸送・救助・危険地域評価を担う、小型倉庫本社のPMC。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A9AA8-6E8D-4C0B-A0FA-9D34A513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A478A-01FE-4422-B0EB-1705D641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DE7B8-E34F-4A28-96EF-C2BCD51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167600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3A6FE-EBC6-4912-BE06-6E6E9FBB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K1の未完成さは、人間が命令を拒める余白である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294A0-B985-4FDB-80D5-F474EEF0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789FC-E746-46A3-A701-6898E772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K1 / COURIER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48EAC-A256-4497-BE68-6BEDE583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山田専用の外部試験機。射撃・近接・飛行を統合
• 修理痕と左右非対称の試験部品を残す実用品
• Stage I〜IV、FINALで段階改修
• 第13章以降、山田は正式な現場リーダー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4B428-54EF-416B-9B9F-EAF00B1B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LARK / REFUSAL 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2865F-E1E9-4AD0-9AB2-127C4776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神楽美緒が設計した独立認証核
• ORPHEUSに汚染されていない同系統コア
• 外部停止命令を拒否し、不正命令を証明
• 最終的に物理停止鍵を届ける媒体となる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FDB01-3B34-40A1-A76C-536B8A53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3D1C9-6561-4906-8EA3-8AF17A4C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最終操作は特殊QTEではなく、通常の『アイテム使用』。基本動作で物語を終える。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0D0D5-0612-41A0-9CB6-C7CC9E24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27172-BCAF-42D5-BAA2-87273DC8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5F06E-4171-430A-8C39-D8901AB9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6966002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8B67CFE-DE9E-47ED-93E7-0255D92D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7C8382A-96D3-4487-B1C0-B1D840B9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対立は、兵器ではなく『誰が判断するか』にある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AAB635AF-C482-4FBA-A12B-9C475C98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75CD5172-B1C4-44C0-B813-1EFBD5A2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1EA3B56-1D7F-4E65-B70E-8899614B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ORPHEUS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実戦データを集め、需要が落ちた地域へ武器と偽情報を流す。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33593CD-18C3-4A2F-A8D9-BEDC0BDC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真壁 宗一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人の拒否権を欠陥とみなし、K2〜K8とKΩを完成させる。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AEC7F72A-ECD1-40B2-BF4A-06A73A1A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D03DCC7F-2001-4DB3-B5B6-0497216C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D681C5C6-8107-4D16-8974-9AD76DE6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4AC1CB4-7811-415F-86D3-F45ADF4F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BLACK RAIL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兵器物流・資金洗浄・偽装契約。戦争を運ぶ黒い流通網。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FBF115C7-8476-489C-9776-68FA47CB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3D8BB2E7-0322-4EA2-8408-CF8585F6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ANTAGONISTIC SYSTEM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真壁宗一は戦争需要生成システムORPHEUSを通じ、効率のために人間の迷いを排除する。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51E1C-B5A3-45A0-BF22-0D497A64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6C2E9-DE38-4994-951D-7698D835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3926D-4755-41A8-BDE2-8F136F65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935760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3CC7D-9B74-4929-855A-3338AEC0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一発の違法弾から、世界規模の戦争需要生成へ至る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03FE8-F556-4BC4-B59B-2482931B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調査の進行とシステム解放を同期させ、伏線がゲーム機能へ変わる。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190D7-220A-4B98-B8F0-6A344598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BB995-5078-42A2-AB40-EC532DEF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CACE6-DE1F-463C-BC31-7B208504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違法弾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9845E-1F40-4007-9618-B2F3989C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第2章。削られた製造番号が最初の火種。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B0131-1395-4DD5-B20D-8A6324B2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B050F-253D-4406-A213-9E63D4E8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123DD-F8B3-468E-948A-3609FCD7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誘拐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5FA3E-D13C-41E7-A69D-8056ED2C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第3章。美緒とLARKを確保しようとする。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10859-FFE9-483C-8CB5-A2D276E2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3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EE9A2-68BF-476A-8DDF-86A0EA4D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A5B7F-7C55-4C90-9E87-AB16119C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流通網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2911D-3F82-47D9-A30E-9D66CD29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第4〜8章。荷札・港・地下線・承認鍵を追う。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6C411-71BD-4BD7-AE75-8AC22217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02C7E-C27F-4D15-A4D9-8A570F9D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745B7-D4DE-4C0A-A4CB-7D748F43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需要生成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D040A-04AA-4200-8142-6AD285E3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第9〜16章。偽旗・濡れ衣・遠隔暴走の全貌。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D9371-8DE5-4266-8DCC-05393C58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03C2B-839E-4F78-AC07-95B0A78C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DA99D-628B-4603-9142-6E95388B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停止配送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766DE-EFB6-4F3F-8953-3169E7A8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第17〜20章。物流、命令、中枢を順に止める。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613C2-DEE5-40E6-97C4-38EC4B52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8CA421-778B-4444-875C-B51E723E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0EC48F-B9A4-4BE6-A2EE-B956F345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864544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551498-9905-4379-AB6B-992478AA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全20章は、5幕で緊張と主体性を上げる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1C4B5-4509-49F6-8F4C-896368E9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日常の夕景 → 地下と雪 → 砂漠と封鎖都市 → 青空と救助 → 夜明けの橙。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B6648-36E3-4281-BAF1-648C8286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C9DDE-33D0-4E2E-B88B-D158FA2A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01–04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BB134-F334-4525-95F5-EA6F5D3E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拾った火種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AE623-E8C4-45A5-BC41-6284EE9C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K1試験／違法弾／美緒誘拐／空の救出地点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FDEB9-2EBD-40B9-8C2C-A81EB69F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8B7F3-C984-4669-987A-E8C1707E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CH 05–08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200DC-E915-48D9-A52E-B5330FE5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黒い流通網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16B31-176E-4DC1-880F-B7BA62ED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地下線／偽旗港／雪山護衛／囚われ人の放送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374D7-899C-4386-991E-CDC8B35B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FA35F-4FD4-4F74-BAAE-6E4ABEA7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CH 09–12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C7116-7F81-4626-ADA2-7DF5E7B5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鎧の値段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0BAE2-275B-44B0-9B65-D65AC339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兵器市場／K1停止／濡れ衣／本社防衛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DCD28-E2CB-47E8-9DAF-6D381000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E0F44-AFA9-4DAB-86EE-02316686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CH 13–16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155ED-A6EC-4623-AD4B-87725F5F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誰に届けるか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EDD9C-263F-4EBB-A05A-E3095E66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共闘／空中戦／美緒救出／民間人救助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0D791-C800-438E-8805-E0926A77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B54CA-B317-4E85-A5C3-EF159797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CH 17–20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A43AC-F239-49D2-81BC-7ED95A0D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明日を届ける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4F7C6D-0D50-4EC0-8CF9-5086BF8B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物流停止／五都市／Kの系譜／ORPHEUS停止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765AFF-9A99-4239-AD81-DA75769D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8941DD-10D0-4CC2-B871-1B4429B8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B377DC-36E1-4F6D-A83B-F93EC078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391820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2465279-069A-4636-BE76-E6641991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455536A-5930-4F98-AC0B-F028B1EB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第一幕：拾った火種 — 仕事の延長で陰謀へ触れる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CC9D5893-2CC5-41C2-BE70-9DD7977B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BD2A32EB-C73A-433F-8B74-860BE4E1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64116FE-E21C-4F40-9BB5-BA2CBC76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03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病院から美緒を精密誘拐。非武装救助と車両チェイス。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7E8D4CC-0612-4A05-B641-0623EB55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04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空の拠点で旧式機甲兵。黒いレール荷札を発見。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CDE2B90A-FE3C-44EB-AE19-F1E9006C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B7FC6B09-A084-4FB2-AE5C-9FECBDB4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67D4660F-2193-4CC0-ACD6-7E87BD04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06FAA4AA-049A-42D0-BC05-711ECEA0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01–02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K1試験と初仕事。安全な射撃／装甲を剥がす近接／ドロップ。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A0552189-3BCE-4D36-8AA1-F8F39DA9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56E02F6D-D7C1-41A0-AD36-17A5C06C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基本操作を学ぶほど、K1と違法弾の異常性が見えてくる。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729F4-88DA-4D48-A3B1-60D40FE5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1238C-DA94-4C5B-8C8C-90635D3B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708A7C-AA78-4431-9F25-46D5FF10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5711568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1F8AE46-EBE1-4D66-BDFD-A531B5A1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7FC7940-E557-436B-877C-45B944D1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第二幕：黒い流通網 — 環境を越え、兵器の声を拾う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78CD036A-F225-45E1-A20B-73196EDE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65B6C67F-CB0B-4715-AC9B-C8F07E7D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435DF9B-23DB-41E4-ABAB-89970C46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07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雨宮透を護衛。寒冷・吹雪・狙撃。ORPHEUS名を復号。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24A0BA3-5CEA-4D59-862C-60896F26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08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美緒の分割通信。ジャミング下で防衛し、真相を聞く。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43F7FCD2-B514-4C41-A96D-D33FA121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1E691EF1-A2FB-4388-B1AC-3B86A84C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CD68801B-CF97-42AC-AC81-590200E0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24790D9-6A39-4FDB-9962-1EBEF490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05–06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浸水・ガス・列車・警報。BLACK RAILの物理物流を可視化。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F782A99B-68B0-4A5C-B72B-640728FC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947D0ABA-65AC-438F-AAD6-109FC27A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地下・港・雪山・通信所を進み、物流と社内承認鍵を結ぶ。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2E943-811A-44AD-AE66-3478860A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AE6C2-5788-43B6-801E-F2BD11E3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DC189-6FF0-491D-8378-B34101B5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538076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63BB28A-53D5-43CA-BD50-8558B1CF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3FA23F8-5BE6-4797-9368-53DA6F5A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第三幕：鎧の値段 — 力を失い、会社の価値を選ぶ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2783A5A9-4C40-4655-955A-3FA0E0CF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42D2AE93-6732-4B81-BA4B-65383988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3235671-7AB5-4D11-BCF8-59407D7F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11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ytcへ濡れ衣。非致死・同行支援で全員を退避。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4899760-2505-46C2-8D81-BAB854B6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12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本社の日常空間を防衛。ヴァイスを拘束し証言を得る。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FAE14C10-B2DA-4CAC-8268-39020775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A30A7F25-66D3-470C-A1F1-8630F48F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F5E270AD-2F9C-415E-9ACB-476D1264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21D2D60-0167-4A38-8EEF-A4B88377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09–10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砂漠競売で端末接続。K1停止後、緊急外骨格で奪還。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A7D7C0C3-7453-41EB-9483-9F8B96D7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E42C1FA5-E432-4793-83AC-A73D7FD2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装備の便利さと組織の信用を奪われても、15人で帰る。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7CC1C-F387-44E5-887E-7C00CF47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DEC9B-67B1-4CF1-A2AE-074CCC1C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0BCBC-8A62-4962-815D-C1E49523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621297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DBA36BD-7CE6-4144-A9FE-6AFACD66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2B4F190-3F15-455B-ABC2-33DA1B99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第四幕：誰に届けるか — 競争より救助を選ぶ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04D26459-8ABB-4244-A471-904954C0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4C20A5DC-B75B-438A-B3CF-DE982F0D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1C5E898-B308-452C-82D8-8271D0F1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15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美緒を『令嬢』でなく技術者として救出。LARKの意味を知る。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BACCCD8-7CD9-4DF6-976C-FDF954FA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16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偽旗攻撃下で民間人救助。ytcの信用を現場で取り戻す。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7ABE7950-0885-42B9-BE59-36736EDB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B64FB570-3792-4329-AF1E-7F8CC62B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FC54DF09-2105-4D85-A6ED-1A7AF8B6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A526591-EA5B-410A-B939-3DEB2E1C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13–14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バスティオン・ナインと共闘。山田は現場リーダーへ。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EE5CE307-6C44-4999-8A15-7F20CF07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39290E7F-7F4C-43B6-885D-C423B1EC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共闘・空中戦・美緒救出を経て、証拠より市民の命を優先する。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80F2A-CFE4-4CDF-9249-64F1672F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D7333-0A66-4286-B505-E40528FF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EB4AB-6409-4BC0-9919-164C261C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075828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78FBD1F-0601-4D6E-AEFB-F6341D17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0107E72-F7D3-47CC-B2AA-B6E23073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第五幕：明日を届ける — 物流、命令、思想を順に止める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DFFE7A01-5B5D-48F5-9CA7-5BC588EF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AC27A969-CB8B-47FF-9883-7567E63D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5FB2F75-0DE1-4165-AC93-2EC1C38B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19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K2〜K8を越え、K1の弱さが自由の余地だと証明。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0790F2D-AA5F-4176-A35D-F56C25B9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20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クワイアとKΩを撃破。通常のアイテム使用で停止鍵を届ける。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95F64090-CE01-4339-B7F5-A7590126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0C86F46C-DE3F-4CA6-B944-FA78AE62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F2F3A128-9A10-46D0-A4BB-80769D02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09BE97D3-E5B8-47E3-A627-BA35BF79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17–18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BLACK RAIL中枢と五都市命令を停止。侵食兵器は救済可能。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7A586688-3CCA-430D-9EDA-142019D3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4771EF88-6851-4144-992B-EF7370FE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過去の全ルールを総復習し、人間の拒否権を守る最終配送へ。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9A0D7-3D74-4D8C-94D4-C7EE7B7E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B6516-10DA-47A0-BD1E-B3F650B8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62A4C-478E-4FB5-AEE5-447A6C3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9961467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26C0AF9-2CEC-42BB-AE21-5F36D418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D56DA05-98FC-4DB6-8BFA-8E3B408B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物語上の矛盾を、制作正典として解消する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3A66CC1B-5765-4104-837A-E080FDD1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プロデューサー決定。章進行表と詳細設定へ反映する基準。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191000"/>
                <a:gridCol w="4543425"/>
              </a:tblGrid>
              <a:tr h="56179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論点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確定判断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ゲームへの影響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第18章の第五都市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鏡浜居住区を追加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避難誘導＋通信中継停止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第19章K7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Stage 04前半で自律指揮K7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K8戦前の連携・指揮対策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第19章報酬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K8統合核→アーク座標→停止コード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入手順と物語因果を分離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第3章強制敗北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追跡任務の初回決着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通常敗北・評価低下なし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山田の役職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第13章以降は現場リーダー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共闘時の号令を正当化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100ステージ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品質優先の目標値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固定受入条件にしない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362A2-F42C-437B-98B8-26253B6B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0B389-9916-4B27-B7CD-7858C2A1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5E0EF-943D-476A-AD41-C2419248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8601225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2BC4B2-F045-44E5-B4B3-FDC34C88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252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任務→回収→帰還→成長→再出撃が、物語の証拠線を進める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279D8-44C8-4D69-90A7-D60DF918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戦利品収集を物語から切り離さず、『兵器が記録している』を遊びにする。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45F21-2E39-4CBB-9201-3C7524FE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29D30-D1CC-4DCA-9082-4B64D81A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9F1F5-ECC3-4055-BD67-557498AD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受注・準備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79D8F-1EC6-4870-BFDE-4B87197B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目的、環境、推奨装備を確認。プリセットを選ぶ。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CEC7B-90CF-479D-8F8A-CD085E73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56580-F72D-43DE-BD7C-A7CF25D3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580C1-0EFA-4FDF-B7C6-18EED783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出撃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90B08-86A5-42D7-B734-A1B9B3AC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戦闘・移動・救助・ギミックを一つの任務へ統合。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2FCB4-FA53-4916-89E9-0FA17FB7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3569B-0277-4D5B-A972-41ED87C6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76CDF-7E15-481D-856D-8903E50F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回収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B118E-A324-4246-BD81-09E26790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装備、素材、通貨、情報、証拠を取得。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3A9EB-414A-43FA-A736-E38D6310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F25B5-D8C0-4519-B531-73A6E33D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0EB53-CFB1-4AE4-A471-C8336E11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帰還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EC664-04B7-410B-BCA8-3AC60837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鑑定、強化、分解、売却、証拠解析、人物会話。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80112B-D08A-4B48-9841-904C012B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C80C80-F48C-49F8-91C0-7D387999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886E0-D080-41EE-81B7-F3907B94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再構築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9989E3-E735-4E70-82AB-A9218CF7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次の敵・環境へ答える装備で再出撃。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3BFC63-0374-4161-9D46-09582DC0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15DE9-17E3-4F1C-8579-EFEE9C1A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C7798C-72CC-4AB9-8EB2-C58E180D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374433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1A80F25-C8CF-4C00-A922-E5300EB9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8390FD9-D1B4-48D2-8A32-96CE9EA0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7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1ステージ8〜15分で、理解・判断・試験を一回ずつ行う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3373755"/>
            <a:ext cx="11459337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73E444F-0BD0-41EB-B004-20504A1E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6A8EF4F-FE86-4841-9627-14AB8DF7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4CE810D-24E8-4CFC-8B53-491AFB2C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0EFCB9A-4A54-4467-9CF3-09CED6E3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ENTER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D8DCE60-584A-42DF-8A92-04398552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ENGAGE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E3DE30E-1A93-4634-912C-1285DBF8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PROVE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9BA704E0-1715-4549-9945-0A2B73C6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判断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射撃／近接、飛行、装備、ルート、救助優先度を選ぶ。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DE0F6375-5F77-4900-9B65-5CEBC9A3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理解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目標、環境値、敵の役割、新ルールを安全に読む。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9920220-1D2F-43C8-AB89-0F5C2F15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試験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ボスまたは複合局面で、章が教えた内容を確認する。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14830-58E2-4A68-BA02-6D04F330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44B3E-6271-480E-A1FD-AA1AF38C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66DCA-B911-4260-8437-2263D261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7464449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3874D-23B8-449C-83EB-6330041B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射撃で安全を作り、近接で状況を変える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676B8-3881-411E-B582-F29A719F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4E913-2DD1-42D4-9B2A-4F5AAE0D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ABB7E-AF64-41FD-A7F4-21A2E443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距離・弾薬・リロード・弱点射撃で安定
• 軽装甲、飛行、露出弱点への主回答
• 弾薬MODで属性と目的を切替
• 遮蔽・射線・ロックオンを明確化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9656F-F3D0-4006-8786-A03652C3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MELEE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AD8E2-0E0C-48DA-A01E-4D8088ED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高リスク・高効果。重装甲と体勢を崩す
• コンボ、強攻撃、ガード、ジャストガード
• 装甲破壊後に射撃へ戻す往復を作る
• リーチはエフェクトでなく実体長で伝える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D2D8E-222A-486A-96CC-BBB54613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D7A53-8778-4111-8ABA-D3E52129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同一条件の戦闘ログで、射撃だけ／近接だけが恒常最適にならないことを検証する。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A5623-33C0-41FB-B3E7-E06BF167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93DD7-5FE6-4022-BD4E-1081FD83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A43D4-B5D6-4F7D-BB8E-B2ED57E2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0677969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C18596-CA11-483D-8B11-175BD942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生存資源は、回復順と役割を混同させない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9DAD9-0978-4084-BE68-1F4BEC0E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HUDはHP＝心電波、アーマー＝分割板、シールド＝外周リングで形も分ける。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26877-072A-4F9F-BEA0-795F119B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8A051-073A-4665-A670-E5C956A0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OUTER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3F81D-C972-4193-A492-73D0E2B6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シールド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55C61-402E-49F2-95EF-4D4CEAB7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時間回復。電子防御と再展開の余地。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EBF0C-A823-408F-8BA3-EEB33B18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31137-DBF2-4CF3-8684-65DCA7E8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MIDDLE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BAB02-42BC-46E5-8E64-2DFA7B11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アーマー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E66EF-0927-44DD-86E9-79F9ED4F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装備由来。部位・耐性・補修で維持。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DD20D-159A-44DD-84D8-9E2900AB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91A42-5CA8-45BC-9D92-EEB96D90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02174-A372-4B1B-88D3-B51CBEBE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HP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6108B-57ED-422F-A523-EE3EF004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生命。回復・Down・Retryの基準。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7E70F-CADF-494A-B681-76E7AE16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25303-6524-47A1-9997-118B7136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MOTION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1E8BB-C633-444D-AD52-5C9F25BB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エネルギー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FCBFC-3DFA-4F2B-B796-FDF1093D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飛行・ビーム・一部防御で共有。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A1480-6760-4BE1-9CE2-BAB561AB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925CF-4156-44D2-A3EF-F2754A37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86DB52-3BF0-4225-8970-ED0958DA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2E8B79-52B9-411E-BD8D-71EC5AFD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行動で蓄積。環境と冷却装備が左右。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425CA-DAF0-45D6-AEB3-CF41047C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216EC-2E3E-4C7F-8D57-B670DBB0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16C780-ED12-4DDE-8655-73390954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845071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48578-4260-4178-8587-B2207C37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飛行を万能移動にせず、エネルギーと空域で判断させる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FFE60-AC6D-44EE-8D28-6EF0728B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9F554-F3A8-43CB-846D-D1668069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PLAYER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8AD63-CDBC-40C1-9AD9-9AC883C9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ジャンプ、長押し飛行、ホバリング、空中回避
• 地上／Jet／Vehicle／ZeroGを状態で分離
• エネルギー消費と熱蓄積を逆方向に表示
• 落下復帰は進行不能を起こさない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5905500" y="1476375"/>
            <a:ext cx="9525" cy="447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EF609-A9EE-44F8-AC9A-6852850B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LEVEL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9830B-70B4-4EC4-A235-6D165CCA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対空敵、強風、飛行禁止電磁雲、補給リング
• 固定寄りカメラと画面外攻撃警告
• 奥行きレーンを限定し、迷子を防止
• 飛行に報酬を置くが地上戦を無効化しない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E28BA-B1A1-41FD-98E1-4B69D179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FBF3E-24CB-422F-9D18-C4D74DCB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9ABE5-86C8-41E5-8887-B317E710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15857210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5E7C96A-D4A0-422C-B6AB-96D3C3DA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872AA6F-DCD6-45EE-889C-64F7497F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装備は『強さ』ではなく、任務への回答を組む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149F5314-440A-45A6-8110-4D342D63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K1の部位構造。戦術装備・ユーティリティ・消耗品の最終参照関係は仕様ゲートで固定。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095750"/>
                <a:gridCol w="4829175"/>
              </a:tblGrid>
              <a:tr h="49157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部位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主な役割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判断例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フレーム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基礎性能・Stage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装備コスト上限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センサー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索敵・ロック・弱点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ジャミング／狙撃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アーマー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防御・環境耐性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寒冷／高熱／電磁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アーム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反動・近接・ガード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射撃安定／装甲破壊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レッグ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機動・安定・地形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砂地／凍結／重量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バック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飛行・盾・支援・冷却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空中戦／防衛／熱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補助A/B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任務特化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浄化・救助・妨害対策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377FC-B38F-4B63-8335-9E8704F6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82F66-BD77-4D81-9853-99ED196F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8A5E8-3B28-4B96-BA48-542CA5C8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602535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3978522-35A4-4A44-BFCC-54EB3214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9C22938-374B-47FF-B26C-F8AD8C5A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武器は、距離・装甲破壊・機動・資源負担で比較する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DE9C9D37-698A-4E47-BA4D-F6014746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代表武器。未確定DPS値を大きく見せず、行動差を正典とする。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714500"/>
                <a:gridCol w="4762500"/>
                <a:gridCol w="2924175"/>
              </a:tblGrid>
              <a:tr h="4915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武器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型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戦場での役割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主な代償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機甲ライフル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中距離の基準／弱点射撃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標準的な弾薬負担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WO-8 白羽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狙撃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長距離弱点・対精鋭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低連射／位置依存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P6 杭打ち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ロケット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重装甲・部位破壊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弾数／自爆距離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N20 蛍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ビーム砲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高精度・継続圧力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熱とエネルギー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VS-01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振動ソード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装甲剥離・近接基準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接近リスク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IR-7 鉄鐘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大剣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体勢崩し・防御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重量／機動低下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KX 静電杭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レール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終盤の貫通回答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チャージ／隙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5E9BB-03D9-450A-880A-E9EBA2B7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70230-B573-469A-9D0F-8A0DB306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7298C-DFBB-4D0A-B397-BDF5BA72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257312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5F2F5DB-F9A3-4C5D-BD71-894FB057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A06EEEA-790A-49A3-8DA0-C649044A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ドロップは、強化・経済・証拠を同時に前進させる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BBAB8147-A84B-4048-A358-06938A55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C10DCEE1-E38A-4B02-95DF-8E0A7C1A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087B8BE-49C8-4951-9375-B541B26C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進行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情報／証拠品。証拠ボードが自動接続し、会話と章を開く。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BECD476-25E9-436C-8024-BF521F18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安全網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所持枠超過は仮回収箱。所持金0でも最低限を支給。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51640BCB-0978-4E3F-A41A-98147456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D63D1826-4930-44A3-9D4B-FB1586FA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A2A5CED3-2EAA-4C86-B3B6-68ED97FC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C075893-D444-424B-B803-DB73FF82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戦力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装備／素材／消耗品。鑑定、強化、分解、売却へ。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08695280-C01D-4681-A4AE-B1358083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6C75D31C-293E-4F56-B23B-ABB0DD76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LOOT CONTRACT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失敗時もチェックポイントまでの素材50%と証拠を保持。重要品は売却・分解・紛失不可。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EFD38-7D17-4D2B-BD33-12C0778E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C5E31-BBFB-46A4-A9F5-B7E96726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A83E2-F84C-4995-AC34-AC7D116F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489310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5777A-117A-4186-8C24-2BDCE80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成長は、操作熟練を置き換えず選択肢を増やす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D577B-F3C3-4503-A2D5-DDEBF056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EF2A4-40D8-40BB-AD23-112CD76E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PLAYER / OPERATOR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6336C-B7B4-4652-A97D-ADB3CE43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オペレーターランク上限30
• Assault／Gunner／Vanguard／Support
• 無料振り直しで実験を阻害しない
• Story・装備・結末を難易度で制限しない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66E3C-89A2-4A5A-925C-14159D9E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K1 / LOADOUT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1073C-06FE-420C-AE83-F7E32294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K1 Stage I〜IV、FINAL
• 武器・装備レベル1〜10、品質5段階
• 3系統の武器改造、装備プリセット3
• 装備コスト上限で万能構成を防止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B8B2F-6550-43C5-9523-C59808E6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78EDB-9440-4F94-ADC3-C7D480A1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K1 Stage III／IVの装備コスト増加値は、技術仕様ゲートで確定する。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B81F5-341E-438B-A00F-787F5959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A7FF9-4CBB-4A31-A1B3-CD9E9059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666E5-B302-4665-9958-65ED398D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88143683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276ECAA-B89B-434D-9584-04FB76E2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B155F19-251C-4359-83B2-76E0D0AB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敵勢力は、装備・目的・シルエットで見分ける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5B4A6359-D1E8-4B83-87DC-2EC59D50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色だけでなく、形と行動で敵味方を識別。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381500"/>
                <a:gridCol w="4686300"/>
              </a:tblGrid>
              <a:tr h="4915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勢力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シルエット／色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戦術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不揃い部品・布・錆赤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数と即席火器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矩形盾・真鍮・鐘肩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制圧と誘拐護衛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BLACK 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物流タグ・直線マーキング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混成装備・増援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白梟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長い狙撃輪郭・白布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射線と距離支配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治安局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青黄・整然矩形・丸銃口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非致死制圧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神楽警備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真珠白・シアン・左右対称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監視・捕獲・電子防御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ORPHEUS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細い胴体・逆関節・赤黒ノイズ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群体・遠隔侵食・無差別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CD356-393E-4391-A5A1-1498FDC6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E8FB0-F27E-4C04-AA5F-DDD88064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4B43B-E60A-4CCF-AF4F-25229717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839881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25F579-8085-410A-80AD-24D6C472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敵の強さは、ランク・防御・役割の三層で読む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062BF-B9A0-42E2-8744-DFA2688C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Standardの一般敵同時攻撃は3体まで。画面外攻撃は視覚・音のうち2種以上で警告。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D649B-45E8-441D-A59A-186949A5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2DDD8-88FC-4F1D-84DE-C77CB292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72DBC-3589-47BD-A3F2-5AFB80BD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Normal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4EE65-EF8E-4C08-A5A3-963DD11F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単一役割。予告と対処を学ぶ。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52A23-5ED3-4BA4-A2E9-F8445295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E8FE8-0AD9-4BD8-8A72-B7F9F2AC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017E2-4053-462F-BAF3-CBD25426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Veteran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7D162-4DE3-444E-ABA5-B3E23722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武装追加。距離・遮蔽判断を要求。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B072E-3F1D-49B1-8428-DA105031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01001-D35B-4791-81FE-183E830E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0FDF0-58E7-48A9-B5A0-A831F4C9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Elite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6C385-4957-4B71-BA64-97BF85B5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複数役割。部位破壊と連携崩し。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22A7E-3BA1-4959-A0BC-6F45E9E4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83C45-E8B5-4030-8B69-184DD006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2A614-2774-46F6-B6CA-D0F06C31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Boss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1D777-8034-4688-BCAC-FE7812E9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章の学習内容を複数フェーズで試す。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A2F75-7005-4AC2-BDF4-4612E638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D04D42-FE58-4F1C-801B-F4D1C115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F34CA-2FD7-47D6-9466-8F2614F0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Defense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E44FAA-1FC4-49EB-BD23-31734FBC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生身／軽装甲／重装甲／盾／群体／電子。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5377C-4A4C-4D34-B3E0-D6FCB5FA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C0157D-0176-4C29-8612-E5C75A22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04572-9E7C-4C4B-89DB-8B7766DE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2685114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46CC53E-84ED-4D05-A69E-3CDF92F5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122D4A4-C685-4F35-95A6-D1CB9244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ギミックは、新ルールを一度に一つだけ教える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7C7D466C-59C3-4935-9BC5-8608FD11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AB471FEA-F0D5-4967-A056-CF35A4AF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34F42BB-A1A0-43B8-9EF2-18DF7395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環境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浸水／有毒／寒冷／高熱／砂塵／強風／電磁／無重力。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768ACB4-407B-4C94-BFB5-D087A082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評価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C〜S。時間だけでなく救助、非致死、証拠、護衛状態を使用。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7E7DFCBA-E077-42A2-B12E-58930F87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226BB1F2-7E6F-4677-AF17-1B3F1BA3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22357123-55F4-46DD-92D4-0F02B0C1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39B0A10-56D4-47E5-942D-7B3B1BA9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任務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撃破／到達／護衛／防衛／救出／回収／追跡／装置停止。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42FCD7FF-195F-4F36-9D91-2CD3F815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6E410832-FD56-4BD0-B5B9-9F9F7593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STAGE RULE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推奨装備がなくても、現地装置か代替ルートでクリア可能。ボス前チェックポイントから再戦30秒以内。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3A1A5-2BD0-4AE1-863C-D3F0151C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93DAA-3FEE-4357-BA0A-6706A386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086B5-EC37-4C2A-A172-D8BBEDE4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83905890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9F55BC-A51C-403F-ABC8-30AE4309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10フィールドが、20章の学習曲線を地形で記憶させる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70179-B956-4942-84CD-CA6ADC86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原則1ステージ1マップ。目標は10×10＝100だが、品質不足時は数を削減する。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1D5D4-A053-4DC0-80EB-2A6C2B84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C7FAA-4AD6-4116-A08B-F4771457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DE816-B5C4-4B85-B9BE-D70B9EDF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産業／旧首都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61B72-9452-4BF7-B63E-8209CAE9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試験・初仕事・病院・廃墟。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C83A1-1D41-44D3-9CFC-45462C50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10E0B-F3D7-4F2F-9B94-587960ED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B4DC8-9C25-43E1-A20A-4B4C48E2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湾岸／山岳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932F8-AEB5-42F7-A663-F300D4A8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地下物流・港湾偽装・雪・通信。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91415-0694-4F54-A8D8-88C1594D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EF6BF-285C-4A5F-A968-49410F06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A0F0B-4554-4C01-B9CB-2BAD5010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砂漠／封鎖都市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ECFBC-F7CE-4B45-8B44-074878E9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高熱・K1喪失・逃亡・本社防衛。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9DA91-9721-438F-A701-16E39B3E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BDB62-5D1F-41F2-AD69-F9C80965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B7BE6-E7A0-4459-B0C4-BE15DD0C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沿岸／企業区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0D752-DD96-415F-80D0-4799E585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共闘・空中戦・美緒救出・市民救助。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AC0F3-0BBE-4A64-8D93-D2922478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A7525-A0A0-4BFC-B9AA-FA37282A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93639E-5CC1-4C0F-8B9C-985446E7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地下網／中枢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37F2DD-41BA-46F4-9695-704E0C39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物流停止・五都市・K系統・アーク。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3DB36-3832-4B87-9D12-DB022FFF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C4B50-5B25-422B-9752-85CEF70C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E66F7B-9D3E-489D-9ECC-AEF80EB2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680396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36D5F2F-BEAB-4F25-89AC-70777045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410F1BF-4D31-471D-A5A0-9B843635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フィールド1〜5：日常から環境戦へ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59CF8A7F-0E01-446A-8636-3B36364E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前半は操作・物流・環境装備の意味を段階的に増やす。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476500"/>
                <a:gridCol w="1143000"/>
                <a:gridCol w="7019925"/>
              </a:tblGrid>
              <a:tr h="65543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フィールド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固有ギミック／視覚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中央産業帯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1–2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訓練ゲート／高架道路／夕方の橙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旧首都区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3–4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民間人／車両／廃墟／暗所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潮境湾岸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5–6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浸水／ガス／列車／港湾警報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白峰山岳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7–8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寒冷／吹雪／狙撃／ジャミング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黄砂国境地帯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9–10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高熱／砂嵐／潜入／装備制限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371F2-C1E4-4EAD-A1AD-5439CE7D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5B82E-6599-40FB-872C-7B327531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890FC-AC6A-47CA-9FEC-5176113F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4480268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DDC1C06-3FA5-469B-9611-8578A9EF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FFD22F8-BCBB-4D23-AC51-A24D85D3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フィールド6〜10：会社を守り、世界の中枢へ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ED9990E0-998A-490C-BBBF-30EA3B9B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後半は共闘・救助・過去全ルールの総復習へ広げる。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476500"/>
                <a:gridCol w="1143000"/>
                <a:gridCol w="7019925"/>
              </a:tblGrid>
              <a:tr h="65543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フィールド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固有ギミック／視覚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封鎖旧首都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11–12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非致死／同行／本社防衛／夜の橙窓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蒼海沿岸戦区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13–14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潮位／味方指示／高高度／重力回転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神楽企業自治区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15–16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生体認証／同行ハック／救助／偽映像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BLACK RAIL地下網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17–18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列車分岐／複合環境／五都市命令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ORPHEUS中枢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19–20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K2〜K8／海上アーク／無重力／最終配送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18CEF-0562-4762-858F-2391E4EE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43067-8B4E-48CB-8546-A1A5E5E2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F1BBA-4D13-460F-BBBF-3B05BA80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9259908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5A128-D09B-479A-B22A-8D134FE7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本社ハブは、15人の『帰る場所』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DC77A-2DA2-4479-BE1D-3515F4A9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0ACDF-17E8-4FA6-956B-79D177BF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PHYSICAL 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148E6-D270-4DF2-B060-811D2CAD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作戦室、格納庫、倉庫、医務、通信、食堂、訓練
• 任務後の反省会と人物会話
• 第12章で日常空間そのものが戦場になる
• 機能と人物は一対一に固定せず、複数担当を許す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5905500" y="1476375"/>
            <a:ext cx="9525" cy="447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3CA99-DCC2-487A-B35B-0C3F2C2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QUICK MENU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BBF11-D740-410F-AA13-ADE9426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任務選択、装備、強化、倉庫、店、図鑑
• 証拠ボードと章終了要約
• 敗北後は装備・難易度・敵情報へ直接移動
• 佐伯 澪／神楽 美緒は姓込みで表示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CA852-3BD0-4947-B429-B57FAA30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1AE00-F425-4EAB-8AE0-99028E0E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B85FA-289D-4F3E-83BB-C5383489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684673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3B34CBD-ED3F-4074-B6BB-4EE6CA39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8D0F3DD-3F74-4D07-8380-F0F7B1F7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指揮・情報班は、現場の選択肢を増やす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D9A20CEB-B344-4AD6-94B8-20FE3DF7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13C7423B-6C7F-46BE-A9BB-BD96D683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EAE0AB1-DA5D-4B2A-99CA-DA4A20EA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情報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天城 ナナ：衛星・ドローン。荻原 真理：証拠・法務。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376AD00-B175-4451-9B53-DAAB2088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通信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戸塚 エマ：ジャミング対策とLARK解析。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87BDD8B6-9108-4A0C-9201-8E90540B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6795620E-6ECE-4E4E-A75C-6EB2597C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ECF16D77-6D47-4897-B7E9-44A85411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EA10B378-2851-4A73-9B64-D2D696FF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指揮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高城 梓：代表・作戦指揮。御厨 蓮：戦術オペレーター。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E4DC9B78-808B-4D7A-8FD3-4069EB18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18D797A6-1CD4-492A-ADA0-230A440A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YTC PEOPLE / 01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人物＝社内機能＝物語上の決断を結ぶ。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F8A0A-6B94-48F6-8C41-4941D70C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484DCC-D575-4BE9-B040-BBFA2B6D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192D2-62A0-4D64-ABAA-CC9BDA0B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211516762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A735C35-745F-46C3-B00C-CCDA92BB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903F3F0-CAC2-432C-B582-34A32CF5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現場班は、倒す・守る・帰るを役割で分担する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27D2CC8D-9ECC-4B8B-88C1-3532F6C3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2595AA80-7730-43FD-868F-D042DCCA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0D9F06B-4CB6-4FBD-B86B-5698E263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守護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辰巳／伊吹：重装防衛、衛生・救助・非致死。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7D41256-EFFC-4EE7-AD83-5E13F3B8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支援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佐伯 澪／劉 星河：精密射撃、航空・回収。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6CB66B36-706F-4D9F-8DD0-75F500B4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64F51D04-10BB-4F41-9A70-98341FDE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FD1E320D-9FE5-490E-93BE-E27CE26C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BC88742-3FCE-42A0-AB1F-9D0592F3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前線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山田／黒瀬／神谷：汎用判断、偵察、高速強襲。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43667B76-8FC9-4EB2-A925-BB2B538F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4C3BBFA7-1446-4201-84EE-17C196A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YTC PEOPLE / 02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山田は第13章以降、各専門を束ねる現場リーダーとなる。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5A6A9-EB9A-40F1-9C5A-303AA9D8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65213-0AA7-4686-8E4A-C3052695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34E5D-1D10-46B2-A30B-790CEE52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9583578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0BC6901-DFCA-4D87-A3CA-F0D98495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86A3CC4-A115-41FD-B4F7-96FF5EA0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整備・兵站・地域班が、戦う理由と継続性を作る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3CE89A99-D4D2-46A7-8957-1A138AEF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52ECD8C6-15A7-455D-826E-A39DE9C2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315B5E7-2A56-4806-8481-246053C7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兵站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森川 直：倉庫、輸送車、補給、ショップ。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7A5AA0-B23A-4D38-B2E4-B697CE43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地域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小野寺 悠：依頼受付、評判、交渉、停戦。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1E4FC722-948A-46E4-A747-3D19FB4E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5BC9F20A-30A3-4BFF-84E6-1017B39E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29F09F54-B194-4E10-8A0B-612E5984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4FCFC27-9F0A-4EE8-BE4E-D202F7FD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整備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火野 薫：K1整備、武器強化、装備鑑定。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DA926484-D739-4BF3-9139-C6F4D44E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E03044EC-B373-45E6-ADE4-229C83F6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YTC PEOPLE / 03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装備、在庫、依頼人の信頼を同じ会社の仕事として扱う。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8BC30-1350-4566-B2EB-5A3CAA4B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E3120-D04E-4FD6-AAE2-7B96FBD9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79719-AD51-4C26-8866-724FB156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8421883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8E83453-424A-480C-BE81-1D5BEEDB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D29677E-7215-4737-851F-5B17E102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難易度とアシストは、物語・報酬を奪わない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55592FA-C449-45C9-93A5-680FEEFD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プレイヤーが判断へ集中できるよう、挑戦強度と情報支援を分離する。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9115425"/>
              </a:tblGrid>
              <a:tr h="56179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仕様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難易度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Story／Standard／Veteran／ORPHEUS。物語・装備・結末の制限なし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入力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全入力変更、主要PCコントローラー、現在デバイス表示へ自動切替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視覚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色覚設定、任意色、揺れ・点滅・ブラー調整、色＋形＋音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字幕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サイズ、話者名、背景濃度。画像へ文字を焼き込まない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操作支援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照準吸着、近接自動振向き、予告延長、長押し代替、落下軽減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速度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オフライン80%。ポーズは完全停止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BA976-6E03-454B-9CFD-FEFFE56E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94D99-9FDD-43B9-A829-A4B0DE1F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790DC-71F1-46DA-AB98-5BAB8192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0456506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C19D8-BF57-4AD0-816D-527A023B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失敗は学習を戻さず、重要品と次の判断を守る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B48E6-0842-4D2C-A64A-795908E8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372CD-B9F3-41A4-96A0-3F183EBB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SAVE / RECOVERY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3367C-D303-4B77-9C4F-8F34FCDF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オート1、手動3、チェックポイント一時保存
• 戦闘中はオートセーブしない
• 原子的保存＋前回正常データ1世代
• 落下・挟まり・護衛停止から復帰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5905500" y="1476375"/>
            <a:ext cx="9525" cy="447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0CE8B-D18F-464F-BC7D-58524A68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FAILURE 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39CF3-714E-4880-BEB9-FCBED8A9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証拠・Signature・物語必須品は失わない
• 素材50%とチェックポイントまでの証拠を保持
• 第3章のみ専用の追跡決着。通常敗北と区別
• ボス再戦まで30秒以内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D3309-B842-43D5-9C93-D98004A9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053CF-97B8-4CB6-B155-3C1C374E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CB940-5A2B-47E9-AAAB-91E8AD1C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20202578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CF9ACB4-00AC-4056-AB98-6B4C27FF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4496533-1D1F-4B2C-A9EF-7F2578B9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機能要件：コア操作・戦闘・任務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E6D2D5E-789F-445D-A2DE-5718A5B9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FR-01〜FR-10。詳細は技術責任者のデータ定義へ引き渡す。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1905000"/>
                <a:gridCol w="8448675"/>
              </a:tblGrid>
              <a:tr h="39325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必須要件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移動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左右・限定奥行き、ジャンプ、飛行、回避、落下復帰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戦闘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射撃、近接、強攻撃、照準、ガード、リロード、即時切替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資源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シールド→アーマー→HP、エネルギー、熱、Down、Retry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武器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射撃1・近接1、弾薬MOD、Lv1–10、品質5、改造3系統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装備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K1部位、補助枠、装備コスト、プリセット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成長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ランク30、4スキル系統、K1 Stage、無料振り直し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敵AI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認識、射線、距離、連携、警報、部位、スタッガー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任務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撃破、到達、護衛、防衛、救出、回収、追跡、停止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FR-09/10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ステージ・環境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2.5D、車両、列車、潮位、重力、寒冷、高熱、電磁等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A45CA-AF8B-43AB-8E58-B7FD7B22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2F8BD-8BBB-4F03-8FA7-4DCA6C5F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6DFB3-DA1E-4ED8-B7C6-BE4469EF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709686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183037E-0315-4836-BE3E-194752B9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B93049D-F6FC-404D-B822-8CDA9D3D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機能要件：進行とUI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3649A81-905E-4D6F-B355-45F2B81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FR-11〜FR-21。オンライン協力は将来スコープ。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95500"/>
                <a:gridCol w="8258175"/>
              </a:tblGrid>
              <a:tr h="39325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必須要件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戦利品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通貨、素材、消耗品、装備、情報、証拠の取得・処理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証拠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売却不可、証拠ボード、自動接続、会話・章解放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本社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任務、装備、強化、倉庫、店、会話、訓練、図鑑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20章、10フィールド、100ステージ目標、記録再生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FR-15/16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難易度・評価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4難易度、C〜S、救助・非致死・証拠・護衛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セーブ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オート1、手動3、一時保存、設定・証拠・会話を保持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FR-18/19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UI・アクセシビリティ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優先HUD、予告、環境、全入力、字幕、速度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FR-20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オフライン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本編、装備、セーブ、New Game+をサーバーなしで利用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将来協力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1〜4人、個別ドロップ、蘇生、AI代替、5分再接続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AF0EA-984C-49FF-BD76-C86C4373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49BD1-D373-4099-A808-6B0F27B9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0FE06-EF8F-40F8-AC2B-E1047A53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67456276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C471F33-4ED6-4B79-AAFB-72FEE38D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455CD9D-D4D9-421B-8587-1CF27E6C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想定技術は、100ステージをデータと再利用部品で支える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E351FA3D-D0E1-4294-A174-FEFE0E98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DF4BFAC9-630B-4DC7-B088-CE7F0E65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41803CF-835C-42D7-AE62-AC6F9DD2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Content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Blueprint：ギミック、演出、会話、敵・ボス調整。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14DA806-0C54-43FC-98AF-9C3ED01A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Presentation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Animation BP／Montage、Niagara、Chaos、MetaSounds。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463753D9-621A-4A34-8C67-F5677504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FDEB5479-4B1A-4D36-AADE-A5925947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11E385B2-D560-424E-B47C-B3A9C058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4806765-372C-47BB-AA35-8C502162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Core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C++：戦闘、セーブ、装備、進行、共通基盤。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4E08EE3E-58D7-4C94-8C83-162CDA48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C549C073-0B6B-4190-8D16-8AA4A4ED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TECH OWNER RECOMMENDATION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Unreal Engine 5系の安定版を開始時に固定。対象はWindows PC、3Dモデルを用いる2.5Dリアルタイムアクション。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4C92F-4652-44D1-B178-191E2CDC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92291-F92E-4263-BA9C-C3896D1E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2DD0E-1A79-43F6-8A3B-D6D98B4E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4110987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5BE91-A416-42C7-A86B-67B4EF89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戦闘は専用部品、状態は限定GAS、内容はデータ駆動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AE54E-30F7-4BF3-B766-29878B0F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A1673-C26B-49E0-9E10-4E5F4C9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RUNTIME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6C5BC-3737-46A3-AF63-D8EDEBC3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移動・射撃・近接・飛行は専用コンポーネント
• GAS／Gameplay Tagsは能力値・状態異常・属性・CDへ限定
• StateTreeまたはBehavior Tree＋AI Perception
• ボスは状態機械＋部位コンポーネント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D37CC-C99B-478F-9BFE-9024F5C2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DATA /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5CA2C-550F-4A27-94EF-51DDE32A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Primary Data Asset／Data Table
• 永続ID、表示名、ローカライズキー、個体GUIDを分離
• 武器・敵・装備・任務・会話・ドロップをデータ化
• ID、参照、解放章、報酬の自動検査をビルド条件へ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8661A-D5EB-4729-93A5-3855E968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4969B-77C7-41A9-B2FA-676F9985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『学習AI』は機械学習でなく、可視化可能な有限ルール式。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7A7C7-C318-4D13-9BDD-A04F994E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C4568-51A2-4B79-88E7-033E2916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97A4D-2571-4DB2-B438-E3F31E81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6907009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2799A29-EA16-45CF-B1A6-20C3CBE0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E1AD8AC-7629-45A2-B8DD-CC3347A1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非機能要件：性能と信頼性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614262A4-4DB4-4C88-AB0D-FC7F9E9C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暫定目標。フレーム依存を排除し、オフライン本編を壊さない。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9020175"/>
              </a:tblGrid>
              <a:tr h="49157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要求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基準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Windows PC、1920×1080。推奨60fps／16.7ms、最低30fps／33.3ms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非依存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攻撃、回避無敵、AI思考、継続ダメージをフレーム数へ依存させない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負荷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敵・弾・ドロップ・VFXをプール。CPU/GPU/メモリ予算はP1で固定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ロード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推奨SSD：初回15秒以内、チェックポイント再開5秒以内（暫定）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セーブ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原子的保存、1世代バックアップ、スキーマ版と移行処理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復旧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落下・挟まり・護衛停止・進行不能から共通復帰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耐久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P2以降、4時間連続プレイを定例試験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A18DD-B7D4-4129-A3F3-405AFE66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F4147-A627-4FDC-95D8-802A707A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9A550-D028-4D32-9757-16EB2D5F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4926711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C205778-EB44-4B4C-9AB5-1C5E712D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016FA4E-96C3-4D60-86E6-80891CC5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非機能要件：操作と保守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E4908B68-9E5F-4AD8-8F70-07B8D4DB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本編はテレメトリなしでも完全動作。収集時は匿名・任意・目的明示。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9020175"/>
              </a:tblGrid>
              <a:tr h="49157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要求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操作性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KBM／コントローラー、全再割当、デバイス自動表示、完全ポーズ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可読性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色＋形＋アイコン＋音、画面外攻撃2種警告、ウルトラワイド安全域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保守性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マスターデータをコード直書きしない。セーブ済みIDは改名しない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拡張性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P3で原則コード追加なしに新ステージを組める再利用部品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テスト性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数式・ID・解放・セーブ移行・30/60fps・全ステージを自動検査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言語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日本語原文＋英語想定。日本語幅1.5倍でもUIを破綻させない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プライバシー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匿名の開始・成功・失敗・離脱等のみ。会話や個人ファイルは収集しない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85479-3DED-4D80-9BEF-F6F87CCA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53330-C9FF-4855-AAAA-738BF01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5323E-341B-4232-A74D-5A25F2BA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18221454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6B913E6-899F-4F53-BF69-3A8E1470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172C7DE-D3AF-4F61-A147-2A968B91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P0〜P2で、楽しさから製品ループまでを順に証明する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3373755"/>
            <a:ext cx="11459337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3C730F9-7B95-482E-AA20-77CA08E0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2830001-CEF1-407B-82BE-50981EA3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47ABAF5-737E-427B-9C04-9D0B51AD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474BBEDB-4C28-4226-BAC8-C7D15400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P0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007D2F1-AF9E-4B6F-84AD-8D738093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P1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1560F34-4098-48D2-93C8-B185C4ED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P2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05C7B83D-6507-4A18-A5FE-0DC799CF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バーティカルスライス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第1章01〜05、K1、K11、VS-01、ゴライアスT、HUD、カメラ。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819A49B-32A1-42AE-B377-5F32C078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戦闘プロトタイプ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一対一。移動・飛行・射撃・近接・切替・敵距離維持。30/60fps一致。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74BCEA2-AFD2-4FAD-8929-64FF6D64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コアループ完成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第1〜2章、ドロップ、帰還、強化、売却、証拠、護衛、セーブ。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4D9CC-9BD5-422B-8D97-08988B1B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14D75-0A79-47D5-A953-D5CA505B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EF1DA-3417-4808-9583-84AC0679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7612766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B42E6D5-1368-4B33-A2C4-0746EDD9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926A3E5-CB37-43E8-B144-844F7E61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P3〜P5で、量産・本編完成・将来協力を分離する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3373755"/>
            <a:ext cx="11459337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A52304C7-873D-4262-BB45-91C93840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EAA9F15-8560-4B63-A915-BC75AB69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9EFDDA9-2526-466C-8376-985EF4E7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A9F29FF-FD7D-4924-A8FC-7687758B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P3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69294D2-F1B2-46CB-863B-D1AE9FF7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P4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54BD963-5047-4E90-9540-163A085D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P5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3939CF3-575C-4621-B275-755D9B17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本編完成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全20章・10フィールド。品質不足時はステージ数を削減。オフライン完結。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D54E33B-2A3F-4DD3-97D1-1E8D25B6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生産可能状態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フィールド1〜3、共通AI・環境・ギミック、データ駆動、自動検証。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1301993E-59FB-49B4-ADFA-67B63389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将来機能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1〜4人協力、追加短編・フィールド、家庭用。PvPは対象外。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FD6DA-C908-47F2-A765-0837BEA3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E83EF-4D98-401C-805D-EDBBFF8E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F3BB4-5171-40AB-ACDF-AF0ABA5C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6520624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75C61BD-3F66-43C0-A1E1-B2E0F263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55E3885-A8E4-459C-8F75-6D947A54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主要リスクは、P0〜P3の検証順で減らす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DC93931-0D5E-4FEB-9174-65A33EB8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物量より先に、戦闘・飛行・数式・データの破綻を止める。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143250"/>
                <a:gridCol w="5400675"/>
              </a:tblGrid>
              <a:tr h="49157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リスク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影響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対策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2.5D＋飛行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飛び越し／画面外被弾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移動平面、対空AI、境界、警告をP0で検証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射撃のみ最適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近接ピラー崩壊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装甲破壊、弾薬、距離別ログで比較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近接の理不尽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離脱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予告、キャンセル、ヒットボックス、30/60fps比較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資源競合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飛行・ビーム・盾が使えない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消費ログとビルド別シミュレーター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100ステージ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反復・納期・品質低下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再利用部品、品質ゲート、必要なら削減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数式・ID矛盾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入手不能・進行不能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P0前仕様ゲート＋自動検証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将来オンライン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本編遅延・セーブ侵食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P5隔離、オフラインへ依存させない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0CEB4-7C99-4B7D-A0FE-6A8DB628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A5205-7F5D-46F8-8BD5-8E0781E7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22DFA-E94A-4456-9457-FA1672EB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877232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B8E0A9C-BBE9-4D96-8667-71C47386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F575992-571D-4680-87CB-774520A9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P0着手前に閉じる、優先度・高の仕様ゲート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3E231FA-F148-4851-B21F-D7E654C5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決定待ちを確定仕様として実装しない。責任者ごとに閉じる。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619750"/>
                <a:gridCol w="4067175"/>
              </a:tblGrid>
              <a:tr h="56179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責任者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ブロッカー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完了条件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技術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STAT150式／DPS帯／Penetration／刺突／部位倍率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計算表・ゲーム・テストが同じ結果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技術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ITM接頭辞／装備・消耗品参照／組織ID・勢力ID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単一スキーマと移行規則を承認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技術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K1コスト／環境枠／ソロ蘇生／JET_EFF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名称・値方向・上限・初期数を定義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共同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ロケット／電撃／フレア／LARK解放時期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章別アンロック表を単一正典化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制作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第18章第五都市／第19章K7・報酬／第3章決着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本資料の決定を章資料へ反映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校正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参照パス／誤字／表記／相互参照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全変更後に章・敵・報酬・IDを再監査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C58BF-4D6E-4823-A823-1A4D8174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E7077-A294-4357-B23E-3F6BEB68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86504-A885-4EA1-8507-FFD733A0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22760467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238993D-F03A-483F-954D-5D9D3774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1ABFC85-4F58-476C-8322-5B767910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決定権を守り、統合スライドから制作へ移る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923FA6B-FAE8-46B4-A4A6-61E86C2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専門判断を上書きせず、依存関係を明示して進める。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905250"/>
                <a:gridCol w="5019675"/>
              </a:tblGrid>
              <a:tr h="655431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役割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最終責任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次の行動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プロデューサー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世界観・設定・シナリオ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物語決定を01_StoryとINDEXへ反映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デザインマネージャー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アート・UI・演出・可読性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色＋形＋音、HUD、敵味方識別を画面仕様化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技術責任者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機能・非機能・数式・データ・技術方式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Gate 0の計算・ID・セーブ・性能を確定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マネージャー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横断進捗・依存・統一性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P0〜P5の完了条件と変更管理を運用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校正者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正確性・参照・破綻の検証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反映後の全資料を再監査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0D71C-2BEB-43A9-85F8-4127DAEE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569B1-DDF9-4819-AB30-E4C97663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C36F9-50C2-4341-8DF5-59DFAA3F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93939876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88C0B9F-3F42-4F62-B671-00A5F70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AF4F0CF-4985-444D-9718-3E7BBE79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付録：第6〜10章の敵とステージギミック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F6B1B82B-F5B7-41A6-8F10-19597DB8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6 偽旗の港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BLACK RAIL／クレイドル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警報0〜3、吊りコンテナ、貨物船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7 白い峠の運び屋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白梟／白雪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寒冷、吹雪、雪崩、走行列車、狙撃線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8 囚われ人の放送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電子戦兵／ノイズメイカー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ジャミング、アンテナ同期、四方向防衛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9 砂時計の市場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砂漠密輸兵／砂時計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高熱、流砂、潜入、部位破壊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10 鎧の値段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回収班／リポセッサー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緊急外骨格、武器一丁、K1物理解錠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68A44-F953-48A1-B870-AED7D198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C177B-2334-4A96-96A5-F2D2882F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3FD1A-6D40-4450-B066-4FC5621E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31944577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C019F37-8312-4D9B-92FB-9EA97E92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D7617AD-B51B-408C-BA66-77278955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付録：第11〜15章の敵とステージギミック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F0C8E96C-37A1-4FFE-A819-A9AD8C2E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11 十五人の逃亡者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治安局／ハウンド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非致死、監視、三組合流、同行支援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12 笑顔の砦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BLACK RAIL／ヴァイス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防衛設備、時間進行、救援、拘束勝利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13 昨日の競争相手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沿岸兵／ジェミニ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味方競争、潮位、号令、連携ダウン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14 壊れた光輪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HALO警備／セラフ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高高度、補給リング、電磁雲、重力回転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15 令嬢ではなく技術者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神楽警備／ヘルツ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生体認証、同行ハック、入力傾向カウンター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EE399-BDF9-430C-B6D3-126D9305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1A70F-A99A-44B5-B86E-FF3C1DDC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0912E-6636-4644-B886-1BD7AEF3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35808698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713171C-367C-4AA9-BDF5-C237D956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57114EB-2A72-4ADA-81BC-C9701D8D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付録：第16〜20章の敵とステージギミック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9F79343-4C3A-4B10-BC49-DE3782A8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16 誰に笑顔を届けるのか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ORPHEUS無人機／クワイア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救助、偽救難、暫定LARKスキャン、群体分断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17 黒い線路の終点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混成兵／コンダクター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列車間移動、分岐、三ルート、証拠保護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18 買い手のいない戦争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侵食友軍／五つの声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五都市、複合環境、時間評価、LARK救済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19 Kの系譜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K2〜K8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能力別試験、K7指揮、証拠投降、装備読取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20 明日を届ける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クワイア／KΩ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15人支援、地上・飛行・無重力、停止鍵配送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77B4B-D6D2-4BB4-B46C-C3205B87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ED1F9-E8EB-4619-A9B7-9C508124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73DFB-4E40-48A6-8708-239827A6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75082365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55BCD7B-5F99-47F0-AA1F-3D55DB94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524B00B-A728-4F6A-A8C6-3BA8BB72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付録：武器・装備・アイテムの成長体系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BF7B34CF-2104-4DEA-97D6-856A8877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詳細数値は04〜08資料。数式・上限はGate 0後に再計算。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857750"/>
                <a:gridCol w="4448175"/>
              </a:tblGrid>
              <a:tr h="56179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体系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運用原則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射撃武器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AR／BR／SMG／SG／DMR／SR／LMG／GL／RL／Beam／Rail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距離・装甲・資源で差別化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近接武器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Sword／Blade／Spear／Knife／Pile／Gauntlet／Wire／Beam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実体長・予告・接近リスク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弾薬MOD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通常／徹甲／焼夷／電撃／非致死等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任務中の役割変更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装備品質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5段階、Lv1〜10、ランダム特性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厳選疲れを検索・保護・天井で抑制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武器改造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3系統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万能化でなくプレイスタイル選択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ドロップ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通貨／素材／消耗品／装備／情報／証拠／収集品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重要品は売却・分解・紛失不可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83629-9E4F-494D-8BB4-09EDA8C6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3F1B4-B6C2-4D63-91D9-995F88D8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C6589-5176-44A0-A8B8-E4B407BF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68291832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D902636-A080-4167-B630-F563A1C3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78EB831-C6F3-470D-9B48-091AF94B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付録：ステータスとデータ管理の正典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69A41723-07CC-47F4-A16A-3C4B33DC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表示名、内部ID、個体GUID、勢力、組織を分離する。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572000"/>
                <a:gridCol w="4829175"/>
              </a:tblGrid>
              <a:tr h="56179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代表値／ID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注意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生存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HP／Armor／Shield／Stability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回復順・破壊・Downを分離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行動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Energy／Heat／Move／Jet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効率と消費量の名称方向を統一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攻撃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Power／Crit／Penetration／Armor Break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上限・刺突・部位倍率をGate 0で固定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耐性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Ballistic／Vibration／Blast／Electric／Beam等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敵防御タイプと一対で管理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WPN／EQP／EN／BOSS／CH／FLD等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アイテム接頭辞競合を一本化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勢力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ORG_* と FAC_*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組織と戦闘判定を別テーブル化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4182F-85EC-471F-B4B8-3062EC02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D072A-8C04-4B36-B04D-28EC8036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497F7-8412-4AB7-8E9E-6BD62AA6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76612256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370FE-EC7C-4E9A-8FDE-DEA06507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09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5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PRODUCER FINAL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990EA-BFBF-4368-89D4-86477990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715625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435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止めるのは機械。
守るのは、決める権利。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EDE4F-892F-47F6-911B-B2A385A7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92973-FC29-48B6-83CE-81BBC9DF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次の正式ゲートは、物語決定の正典反映と、技術責任者による数式・ID・装備枠・セーブ・性能予算の承認。その後P0へ進む。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0CEAE-905B-4CBA-8E6C-EA6495C0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8EEF9-0F75-49C7-A615-03AF2733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7B50C-194E-4E3B-A8C8-9D810D54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71076807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3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2026-08-19T14:35:12.2900000Z</dcterms:created>
  <dcterms:modified xsi:type="dcterms:W3CDTF">2026-08-19T14:35:12.2900000Z</dcterms:modified>
</coreProperties>
</file>