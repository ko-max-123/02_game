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63f6ea5f84526" /><Relationship Type="http://schemas.openxmlformats.org/officeDocument/2006/relationships/extended-properties" Target="/docProps/app.xml" Id="Rb0021a0c25574dae" /><Relationship Type="http://schemas.openxmlformats.org/officeDocument/2006/relationships/officeDocument" Target="/ppt/presentation.xml" Id="Ref9d311e3ce4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deab64b554e2b"/>
  </p:sldMasterIdLst>
  <p:notesMasterIdLst>
    <p:notesMasterId xmlns:r="http://schemas.openxmlformats.org/officeDocument/2006/relationships" r:id="R4033f26212a74130"/>
  </p:notesMasterIdLst>
  <p:sldIdLst>
    <p:sldId xmlns:r="http://schemas.openxmlformats.org/officeDocument/2006/relationships" id="256" r:id="R005859ac82ce4455"/>
    <p:sldId xmlns:r="http://schemas.openxmlformats.org/officeDocument/2006/relationships" id="257" r:id="R6f89c14c021848aa"/>
    <p:sldId xmlns:r="http://schemas.openxmlformats.org/officeDocument/2006/relationships" id="258" r:id="Rd69c5403a33f4d2e"/>
    <p:sldId xmlns:r="http://schemas.openxmlformats.org/officeDocument/2006/relationships" id="259" r:id="R40c050251b184ebb"/>
    <p:sldId xmlns:r="http://schemas.openxmlformats.org/officeDocument/2006/relationships" id="260" r:id="R41c03c0e145b4920"/>
    <p:sldId xmlns:r="http://schemas.openxmlformats.org/officeDocument/2006/relationships" id="261" r:id="R47c639b0228c4ba4"/>
    <p:sldId xmlns:r="http://schemas.openxmlformats.org/officeDocument/2006/relationships" id="262" r:id="Rdb4e0fb0d0e34c04"/>
    <p:sldId xmlns:r="http://schemas.openxmlformats.org/officeDocument/2006/relationships" id="263" r:id="R426e1d7c85304395"/>
    <p:sldId xmlns:r="http://schemas.openxmlformats.org/officeDocument/2006/relationships" id="264" r:id="Rc9a4992d3e0540d0"/>
    <p:sldId xmlns:r="http://schemas.openxmlformats.org/officeDocument/2006/relationships" id="265" r:id="Ra41a0b76d29a46a9"/>
    <p:sldId xmlns:r="http://schemas.openxmlformats.org/officeDocument/2006/relationships" id="266" r:id="R569731283c624927"/>
    <p:sldId xmlns:r="http://schemas.openxmlformats.org/officeDocument/2006/relationships" id="267" r:id="R0e2ca99282074c4c"/>
    <p:sldId xmlns:r="http://schemas.openxmlformats.org/officeDocument/2006/relationships" id="268" r:id="R25a69b2488f545cb"/>
    <p:sldId xmlns:r="http://schemas.openxmlformats.org/officeDocument/2006/relationships" id="269" r:id="R9d99dd660bb74f9f"/>
    <p:sldId xmlns:r="http://schemas.openxmlformats.org/officeDocument/2006/relationships" id="270" r:id="R84fd8697eab64c4a"/>
    <p:sldId xmlns:r="http://schemas.openxmlformats.org/officeDocument/2006/relationships" id="271" r:id="Re78731dd7db8476e"/>
    <p:sldId xmlns:r="http://schemas.openxmlformats.org/officeDocument/2006/relationships" id="272" r:id="R875c789a9cdc42e3"/>
    <p:sldId xmlns:r="http://schemas.openxmlformats.org/officeDocument/2006/relationships" id="273" r:id="Rea7cbe192c7d4fae"/>
    <p:sldId xmlns:r="http://schemas.openxmlformats.org/officeDocument/2006/relationships" id="274" r:id="R21e9e9fbfac247c7"/>
    <p:sldId xmlns:r="http://schemas.openxmlformats.org/officeDocument/2006/relationships" id="275" r:id="R786f1713153a40bf"/>
    <p:sldId xmlns:r="http://schemas.openxmlformats.org/officeDocument/2006/relationships" id="276" r:id="Rd5a1f72c6c394dd6"/>
    <p:sldId xmlns:r="http://schemas.openxmlformats.org/officeDocument/2006/relationships" id="277" r:id="Rb0d25d75de5d4726"/>
    <p:sldId xmlns:r="http://schemas.openxmlformats.org/officeDocument/2006/relationships" id="278" r:id="R07af0ac802aa4d26"/>
    <p:sldId xmlns:r="http://schemas.openxmlformats.org/officeDocument/2006/relationships" id="279" r:id="Rd6699480800d454b"/>
    <p:sldId xmlns:r="http://schemas.openxmlformats.org/officeDocument/2006/relationships" id="280" r:id="R1c921c66d73c4e67"/>
    <p:sldId xmlns:r="http://schemas.openxmlformats.org/officeDocument/2006/relationships" id="281" r:id="Re3ec62c055074aa3"/>
    <p:sldId xmlns:r="http://schemas.openxmlformats.org/officeDocument/2006/relationships" id="282" r:id="R1ce6fd00f2994e5d"/>
    <p:sldId xmlns:r="http://schemas.openxmlformats.org/officeDocument/2006/relationships" id="283" r:id="R75912dfc0d824b9c"/>
    <p:sldId xmlns:r="http://schemas.openxmlformats.org/officeDocument/2006/relationships" id="284" r:id="Ra8423660aba544c7"/>
    <p:sldId xmlns:r="http://schemas.openxmlformats.org/officeDocument/2006/relationships" id="285" r:id="Ra31eddce29b84cfb"/>
    <p:sldId xmlns:r="http://schemas.openxmlformats.org/officeDocument/2006/relationships" id="286" r:id="R1659e7d3ec7a4c2f"/>
    <p:sldId xmlns:r="http://schemas.openxmlformats.org/officeDocument/2006/relationships" id="287" r:id="Re6e79f5f51e041c5"/>
    <p:sldId xmlns:r="http://schemas.openxmlformats.org/officeDocument/2006/relationships" id="288" r:id="Rc94f52d4ffbf464a"/>
    <p:sldId xmlns:r="http://schemas.openxmlformats.org/officeDocument/2006/relationships" id="289" r:id="Rd83b2ac2c3514b2e"/>
    <p:sldId xmlns:r="http://schemas.openxmlformats.org/officeDocument/2006/relationships" id="290" r:id="R5060eaca98424301"/>
    <p:sldId xmlns:r="http://schemas.openxmlformats.org/officeDocument/2006/relationships" id="291" r:id="Re09cfd15b55646ba"/>
    <p:sldId xmlns:r="http://schemas.openxmlformats.org/officeDocument/2006/relationships" id="292" r:id="Ra6c7f6699bbb4abe"/>
    <p:sldId xmlns:r="http://schemas.openxmlformats.org/officeDocument/2006/relationships" id="293" r:id="R9779a569e7894ff6"/>
    <p:sldId xmlns:r="http://schemas.openxmlformats.org/officeDocument/2006/relationships" id="294" r:id="Re734f46dbe0e47b6"/>
    <p:sldId xmlns:r="http://schemas.openxmlformats.org/officeDocument/2006/relationships" id="295" r:id="Rca2e6914203748be"/>
    <p:sldId xmlns:r="http://schemas.openxmlformats.org/officeDocument/2006/relationships" id="296" r:id="Rba143e59f9cd4aac"/>
    <p:sldId xmlns:r="http://schemas.openxmlformats.org/officeDocument/2006/relationships" id="297" r:id="R2756528d3aba4425"/>
    <p:sldId xmlns:r="http://schemas.openxmlformats.org/officeDocument/2006/relationships" id="298" r:id="Refe506b6bac945bb"/>
    <p:sldId xmlns:r="http://schemas.openxmlformats.org/officeDocument/2006/relationships" id="299" r:id="R0deda04b85c74144"/>
    <p:sldId xmlns:r="http://schemas.openxmlformats.org/officeDocument/2006/relationships" id="300" r:id="R3aed1566948d4e59"/>
    <p:sldId xmlns:r="http://schemas.openxmlformats.org/officeDocument/2006/relationships" id="301" r:id="R98a491e9e08840e7"/>
    <p:sldId xmlns:r="http://schemas.openxmlformats.org/officeDocument/2006/relationships" id="302" r:id="Rde2946c7302c4a08"/>
    <p:sldId xmlns:r="http://schemas.openxmlformats.org/officeDocument/2006/relationships" id="303" r:id="Rb968853e63ad4208"/>
    <p:sldId xmlns:r="http://schemas.openxmlformats.org/officeDocument/2006/relationships" id="304" r:id="R4c59af17ebe04f12"/>
    <p:sldId xmlns:r="http://schemas.openxmlformats.org/officeDocument/2006/relationships" id="305" r:id="R394fd2be8b0f4b54"/>
    <p:sldId xmlns:r="http://schemas.openxmlformats.org/officeDocument/2006/relationships" id="306" r:id="Re2e3e6fc88304752"/>
    <p:sldId xmlns:r="http://schemas.openxmlformats.org/officeDocument/2006/relationships" id="307" r:id="Rd1727660b42b49ec"/>
    <p:sldId xmlns:r="http://schemas.openxmlformats.org/officeDocument/2006/relationships" id="308" r:id="R9344e34980e448df"/>
    <p:sldId xmlns:r="http://schemas.openxmlformats.org/officeDocument/2006/relationships" id="309" r:id="R030558821f344aef"/>
    <p:sldId xmlns:r="http://schemas.openxmlformats.org/officeDocument/2006/relationships" id="310" r:id="R87c6b739660d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655f2394364e6c" /><Relationship Type="http://schemas.openxmlformats.org/officeDocument/2006/relationships/slideMaster" Target="/ppt/slideMasters/slideMaster1.xml" Id="Rf1cdeab64b554e2b" /><Relationship Type="http://schemas.openxmlformats.org/officeDocument/2006/relationships/notesMaster" Target="/ppt/notesMasters/notesMaster1.xml" Id="R4033f26212a74130" /><Relationship Type="http://schemas.openxmlformats.org/officeDocument/2006/relationships/presProps" Target="/ppt/presProps.xml" Id="Rb8b466c1a746404e" /><Relationship Type="http://schemas.openxmlformats.org/officeDocument/2006/relationships/tableStyles" Target="/ppt/tableStyles.xml" Id="R9be78f57a72e4c40" /><Relationship Type="http://schemas.openxmlformats.org/officeDocument/2006/relationships/slide" Target="/ppt/slides/slide1.xml" Id="R005859ac82ce4455" /><Relationship Type="http://schemas.openxmlformats.org/officeDocument/2006/relationships/slide" Target="/ppt/slides/slide2.xml" Id="R6f89c14c021848aa" /><Relationship Type="http://schemas.openxmlformats.org/officeDocument/2006/relationships/slide" Target="/ppt/slides/slide3.xml" Id="Rd69c5403a33f4d2e" /><Relationship Type="http://schemas.openxmlformats.org/officeDocument/2006/relationships/slide" Target="/ppt/slides/slide4.xml" Id="R40c050251b184ebb" /><Relationship Type="http://schemas.openxmlformats.org/officeDocument/2006/relationships/slide" Target="/ppt/slides/slide5.xml" Id="R41c03c0e145b4920" /><Relationship Type="http://schemas.openxmlformats.org/officeDocument/2006/relationships/slide" Target="/ppt/slides/slide6.xml" Id="R47c639b0228c4ba4" /><Relationship Type="http://schemas.openxmlformats.org/officeDocument/2006/relationships/slide" Target="/ppt/slides/slide7.xml" Id="Rdb4e0fb0d0e34c04" /><Relationship Type="http://schemas.openxmlformats.org/officeDocument/2006/relationships/slide" Target="/ppt/slides/slide8.xml" Id="R426e1d7c85304395" /><Relationship Type="http://schemas.openxmlformats.org/officeDocument/2006/relationships/slide" Target="/ppt/slides/slide9.xml" Id="Rc9a4992d3e0540d0" /><Relationship Type="http://schemas.openxmlformats.org/officeDocument/2006/relationships/slide" Target="/ppt/slides/slide10.xml" Id="Ra41a0b76d29a46a9" /><Relationship Type="http://schemas.openxmlformats.org/officeDocument/2006/relationships/slide" Target="/ppt/slides/slide11.xml" Id="R569731283c624927" /><Relationship Type="http://schemas.openxmlformats.org/officeDocument/2006/relationships/slide" Target="/ppt/slides/slide12.xml" Id="R0e2ca99282074c4c" /><Relationship Type="http://schemas.openxmlformats.org/officeDocument/2006/relationships/slide" Target="/ppt/slides/slide13.xml" Id="R25a69b2488f545cb" /><Relationship Type="http://schemas.openxmlformats.org/officeDocument/2006/relationships/slide" Target="/ppt/slides/slide14.xml" Id="R9d99dd660bb74f9f" /><Relationship Type="http://schemas.openxmlformats.org/officeDocument/2006/relationships/slide" Target="/ppt/slides/slide15.xml" Id="R84fd8697eab64c4a" /><Relationship Type="http://schemas.openxmlformats.org/officeDocument/2006/relationships/slide" Target="/ppt/slides/slide16.xml" Id="Re78731dd7db8476e" /><Relationship Type="http://schemas.openxmlformats.org/officeDocument/2006/relationships/slide" Target="/ppt/slides/slide17.xml" Id="R875c789a9cdc42e3" /><Relationship Type="http://schemas.openxmlformats.org/officeDocument/2006/relationships/slide" Target="/ppt/slides/slide18.xml" Id="Rea7cbe192c7d4fae" /><Relationship Type="http://schemas.openxmlformats.org/officeDocument/2006/relationships/slide" Target="/ppt/slides/slide19.xml" Id="R21e9e9fbfac247c7" /><Relationship Type="http://schemas.openxmlformats.org/officeDocument/2006/relationships/slide" Target="/ppt/slides/slide20.xml" Id="R786f1713153a40bf" /><Relationship Type="http://schemas.openxmlformats.org/officeDocument/2006/relationships/slide" Target="/ppt/slides/slide21.xml" Id="Rd5a1f72c6c394dd6" /><Relationship Type="http://schemas.openxmlformats.org/officeDocument/2006/relationships/slide" Target="/ppt/slides/slide22.xml" Id="Rb0d25d75de5d4726" /><Relationship Type="http://schemas.openxmlformats.org/officeDocument/2006/relationships/slide" Target="/ppt/slides/slide23.xml" Id="R07af0ac802aa4d26" /><Relationship Type="http://schemas.openxmlformats.org/officeDocument/2006/relationships/slide" Target="/ppt/slides/slide24.xml" Id="Rd6699480800d454b" /><Relationship Type="http://schemas.openxmlformats.org/officeDocument/2006/relationships/slide" Target="/ppt/slides/slide25.xml" Id="R1c921c66d73c4e67" /><Relationship Type="http://schemas.openxmlformats.org/officeDocument/2006/relationships/slide" Target="/ppt/slides/slide26.xml" Id="Re3ec62c055074aa3" /><Relationship Type="http://schemas.openxmlformats.org/officeDocument/2006/relationships/slide" Target="/ppt/slides/slide27.xml" Id="R1ce6fd00f2994e5d" /><Relationship Type="http://schemas.openxmlformats.org/officeDocument/2006/relationships/slide" Target="/ppt/slides/slide28.xml" Id="R75912dfc0d824b9c" /><Relationship Type="http://schemas.openxmlformats.org/officeDocument/2006/relationships/slide" Target="/ppt/slides/slide29.xml" Id="Ra8423660aba544c7" /><Relationship Type="http://schemas.openxmlformats.org/officeDocument/2006/relationships/slide" Target="/ppt/slides/slide30.xml" Id="Ra31eddce29b84cfb" /><Relationship Type="http://schemas.openxmlformats.org/officeDocument/2006/relationships/slide" Target="/ppt/slides/slide31.xml" Id="R1659e7d3ec7a4c2f" /><Relationship Type="http://schemas.openxmlformats.org/officeDocument/2006/relationships/slide" Target="/ppt/slides/slide32.xml" Id="Re6e79f5f51e041c5" /><Relationship Type="http://schemas.openxmlformats.org/officeDocument/2006/relationships/slide" Target="/ppt/slides/slide33.xml" Id="Rc94f52d4ffbf464a" /><Relationship Type="http://schemas.openxmlformats.org/officeDocument/2006/relationships/slide" Target="/ppt/slides/slide34.xml" Id="Rd83b2ac2c3514b2e" /><Relationship Type="http://schemas.openxmlformats.org/officeDocument/2006/relationships/slide" Target="/ppt/slides/slide35.xml" Id="R5060eaca98424301" /><Relationship Type="http://schemas.openxmlformats.org/officeDocument/2006/relationships/slide" Target="/ppt/slides/slide36.xml" Id="Re09cfd15b55646ba" /><Relationship Type="http://schemas.openxmlformats.org/officeDocument/2006/relationships/slide" Target="/ppt/slides/slide37.xml" Id="Ra6c7f6699bbb4abe" /><Relationship Type="http://schemas.openxmlformats.org/officeDocument/2006/relationships/slide" Target="/ppt/slides/slide38.xml" Id="R9779a569e7894ff6" /><Relationship Type="http://schemas.openxmlformats.org/officeDocument/2006/relationships/slide" Target="/ppt/slides/slide39.xml" Id="Re734f46dbe0e47b6" /><Relationship Type="http://schemas.openxmlformats.org/officeDocument/2006/relationships/slide" Target="/ppt/slides/slide40.xml" Id="Rca2e6914203748be" /><Relationship Type="http://schemas.openxmlformats.org/officeDocument/2006/relationships/slide" Target="/ppt/slides/slide41.xml" Id="Rba143e59f9cd4aac" /><Relationship Type="http://schemas.openxmlformats.org/officeDocument/2006/relationships/slide" Target="/ppt/slides/slide42.xml" Id="R2756528d3aba4425" /><Relationship Type="http://schemas.openxmlformats.org/officeDocument/2006/relationships/slide" Target="/ppt/slides/slide43.xml" Id="Refe506b6bac945bb" /><Relationship Type="http://schemas.openxmlformats.org/officeDocument/2006/relationships/slide" Target="/ppt/slides/slide44.xml" Id="R0deda04b85c74144" /><Relationship Type="http://schemas.openxmlformats.org/officeDocument/2006/relationships/slide" Target="/ppt/slides/slide45.xml" Id="R3aed1566948d4e59" /><Relationship Type="http://schemas.openxmlformats.org/officeDocument/2006/relationships/slide" Target="/ppt/slides/slide46.xml" Id="R98a491e9e08840e7" /><Relationship Type="http://schemas.openxmlformats.org/officeDocument/2006/relationships/slide" Target="/ppt/slides/slide47.xml" Id="Rde2946c7302c4a08" /><Relationship Type="http://schemas.openxmlformats.org/officeDocument/2006/relationships/slide" Target="/ppt/slides/slide48.xml" Id="Rb968853e63ad4208" /><Relationship Type="http://schemas.openxmlformats.org/officeDocument/2006/relationships/slide" Target="/ppt/slides/slide49.xml" Id="R4c59af17ebe04f12" /><Relationship Type="http://schemas.openxmlformats.org/officeDocument/2006/relationships/slide" Target="/ppt/slides/slide50.xml" Id="R394fd2be8b0f4b54" /><Relationship Type="http://schemas.openxmlformats.org/officeDocument/2006/relationships/slide" Target="/ppt/slides/slide51.xml" Id="Re2e3e6fc88304752" /><Relationship Type="http://schemas.openxmlformats.org/officeDocument/2006/relationships/slide" Target="/ppt/slides/slide52.xml" Id="Rd1727660b42b49ec" /><Relationship Type="http://schemas.openxmlformats.org/officeDocument/2006/relationships/slide" Target="/ppt/slides/slide53.xml" Id="R9344e34980e448df" /><Relationship Type="http://schemas.openxmlformats.org/officeDocument/2006/relationships/slide" Target="/ppt/slides/slide54.xml" Id="R030558821f344aef" /><Relationship Type="http://schemas.openxmlformats.org/officeDocument/2006/relationships/slide" Target="/ppt/slides/slide55.xml" Id="R87c6b739660d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ba1e75ecc41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5e540459ef4232" /><Relationship Type="http://schemas.openxmlformats.org/officeDocument/2006/relationships/notesMaster" Target="/ppt/notesMasters/notesMaster1.xml" Id="R87646b632cae4e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ab34b345c4a77" /><Relationship Type="http://schemas.openxmlformats.org/officeDocument/2006/relationships/notesMaster" Target="/ppt/notesMasters/notesMaster1.xml" Id="R500ea9b48a4e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c751adeee84056" /><Relationship Type="http://schemas.openxmlformats.org/officeDocument/2006/relationships/notesMaster" Target="/ppt/notesMasters/notesMaster1.xml" Id="R10725b2782a3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96b23b64714c49" /><Relationship Type="http://schemas.openxmlformats.org/officeDocument/2006/relationships/notesMaster" Target="/ppt/notesMasters/notesMaster1.xml" Id="R7689751f451544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b5bf8de33948c2" /><Relationship Type="http://schemas.openxmlformats.org/officeDocument/2006/relationships/notesMaster" Target="/ppt/notesMasters/notesMaster1.xml" Id="R70543ec6f15249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ac9e0b41f34e12" /><Relationship Type="http://schemas.openxmlformats.org/officeDocument/2006/relationships/notesMaster" Target="/ppt/notesMasters/notesMaster1.xml" Id="Rf96c001f4a5941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2a8a84d09e4d37" /><Relationship Type="http://schemas.openxmlformats.org/officeDocument/2006/relationships/notesMaster" Target="/ppt/notesMasters/notesMaster1.xml" Id="R246b12a85be342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5fb8cc83a48fe" /><Relationship Type="http://schemas.openxmlformats.org/officeDocument/2006/relationships/notesMaster" Target="/ppt/notesMasters/notesMaster1.xml" Id="R8dd8623601964c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189824595a4efc" /><Relationship Type="http://schemas.openxmlformats.org/officeDocument/2006/relationships/notesMaster" Target="/ppt/notesMasters/notesMaster1.xml" Id="R9dfb4f34723747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f6a4478f2e4257" /><Relationship Type="http://schemas.openxmlformats.org/officeDocument/2006/relationships/notesMaster" Target="/ppt/notesMasters/notesMaster1.xml" Id="R6fca11e6f35242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5f33d94dd74060" /><Relationship Type="http://schemas.openxmlformats.org/officeDocument/2006/relationships/notesMaster" Target="/ppt/notesMasters/notesMaster1.xml" Id="R983c959f686445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ce07209f9d40e9" /><Relationship Type="http://schemas.openxmlformats.org/officeDocument/2006/relationships/notesMaster" Target="/ppt/notesMasters/notesMaster1.xml" Id="R6aed287ebdad4e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b9fa5b408e479b" /><Relationship Type="http://schemas.openxmlformats.org/officeDocument/2006/relationships/notesMaster" Target="/ppt/notesMasters/notesMaster1.xml" Id="Rcf474401388c46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90e995830445b0" /><Relationship Type="http://schemas.openxmlformats.org/officeDocument/2006/relationships/notesMaster" Target="/ppt/notesMasters/notesMaster1.xml" Id="Rc37ae294063c40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a8bcf66fe34cc9" /><Relationship Type="http://schemas.openxmlformats.org/officeDocument/2006/relationships/notesMaster" Target="/ppt/notesMasters/notesMaster1.xml" Id="Rcd0f68f3e54d4a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5f09306cd847de" /><Relationship Type="http://schemas.openxmlformats.org/officeDocument/2006/relationships/notesMaster" Target="/ppt/notesMasters/notesMaster1.xml" Id="Rb32317874ec544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8d44d9df044357" /><Relationship Type="http://schemas.openxmlformats.org/officeDocument/2006/relationships/notesMaster" Target="/ppt/notesMasters/notesMaster1.xml" Id="R4dba2d64b5f948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711166ae9244e8" /><Relationship Type="http://schemas.openxmlformats.org/officeDocument/2006/relationships/notesMaster" Target="/ppt/notesMasters/notesMaster1.xml" Id="R7cb6896cc54949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8f97a242b84348" /><Relationship Type="http://schemas.openxmlformats.org/officeDocument/2006/relationships/notesMaster" Target="/ppt/notesMasters/notesMaster1.xml" Id="Re4d788c3234b4f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f474c95a61485a" /><Relationship Type="http://schemas.openxmlformats.org/officeDocument/2006/relationships/notesMaster" Target="/ppt/notesMasters/notesMaster1.xml" Id="Rf50072ffc60244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d9ce62677d410c" /><Relationship Type="http://schemas.openxmlformats.org/officeDocument/2006/relationships/notesMaster" Target="/ppt/notesMasters/notesMaster1.xml" Id="R5ae1dff295e84a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cde3d0cc4d4003" /><Relationship Type="http://schemas.openxmlformats.org/officeDocument/2006/relationships/notesMaster" Target="/ppt/notesMasters/notesMaster1.xml" Id="R9c324b1020ed4e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bb0e94401749c4" /><Relationship Type="http://schemas.openxmlformats.org/officeDocument/2006/relationships/notesMaster" Target="/ppt/notesMasters/notesMaster1.xml" Id="R391014c2a3ec4c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a221da1b8b4ccf" /><Relationship Type="http://schemas.openxmlformats.org/officeDocument/2006/relationships/notesMaster" Target="/ppt/notesMasters/notesMaster1.xml" Id="R23764b0e2b7143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d6213d7f4440c4" /><Relationship Type="http://schemas.openxmlformats.org/officeDocument/2006/relationships/notesMaster" Target="/ppt/notesMasters/notesMaster1.xml" Id="R7d773e2f4c084a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e92f856eb94025" /><Relationship Type="http://schemas.openxmlformats.org/officeDocument/2006/relationships/notesMaster" Target="/ppt/notesMasters/notesMaster1.xml" Id="Rf928dbc96e3c4c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04ae02a8db4189" /><Relationship Type="http://schemas.openxmlformats.org/officeDocument/2006/relationships/notesMaster" Target="/ppt/notesMasters/notesMaster1.xml" Id="R4d608b9b3aa147c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32fe7cf266a42f1" /><Relationship Type="http://schemas.openxmlformats.org/officeDocument/2006/relationships/notesMaster" Target="/ppt/notesMasters/notesMaster1.xml" Id="Rb40fae59910b47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1b7a9d991f4703" /><Relationship Type="http://schemas.openxmlformats.org/officeDocument/2006/relationships/notesMaster" Target="/ppt/notesMasters/notesMaster1.xml" Id="R3781a00e5dab4f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7a895d1412f469a" /><Relationship Type="http://schemas.openxmlformats.org/officeDocument/2006/relationships/notesMaster" Target="/ppt/notesMasters/notesMaster1.xml" Id="R6c0e92dd48b34d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9d497f50f349aa" /><Relationship Type="http://schemas.openxmlformats.org/officeDocument/2006/relationships/notesMaster" Target="/ppt/notesMasters/notesMaster1.xml" Id="Rd5c9931ea04f40d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b9f8de724c44ff" /><Relationship Type="http://schemas.openxmlformats.org/officeDocument/2006/relationships/notesMaster" Target="/ppt/notesMasters/notesMaster1.xml" Id="R5a895dd894be46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4709c40b99747ea" /><Relationship Type="http://schemas.openxmlformats.org/officeDocument/2006/relationships/notesMaster" Target="/ppt/notesMasters/notesMaster1.xml" Id="Rc70214bbf68d420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ac83da52ee4915" /><Relationship Type="http://schemas.openxmlformats.org/officeDocument/2006/relationships/notesMaster" Target="/ppt/notesMasters/notesMaster1.xml" Id="Rcf7a53e468214b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b5dbdf3910a4e60" /><Relationship Type="http://schemas.openxmlformats.org/officeDocument/2006/relationships/notesMaster" Target="/ppt/notesMasters/notesMaster1.xml" Id="Ra47b160142cb402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92f0c0f84bf4c4f" /><Relationship Type="http://schemas.openxmlformats.org/officeDocument/2006/relationships/notesMaster" Target="/ppt/notesMasters/notesMaster1.xml" Id="R6ef209bc3b664a1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4421306815145eb" /><Relationship Type="http://schemas.openxmlformats.org/officeDocument/2006/relationships/notesMaster" Target="/ppt/notesMasters/notesMaster1.xml" Id="Rf509d46cc2504ed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6e8c32ce72464c" /><Relationship Type="http://schemas.openxmlformats.org/officeDocument/2006/relationships/notesMaster" Target="/ppt/notesMasters/notesMaster1.xml" Id="R872e1682fb0c457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b3778efa91d4e4e" /><Relationship Type="http://schemas.openxmlformats.org/officeDocument/2006/relationships/notesMaster" Target="/ppt/notesMasters/notesMaster1.xml" Id="R5071014409f742e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2d347edda0342d8" /><Relationship Type="http://schemas.openxmlformats.org/officeDocument/2006/relationships/notesMaster" Target="/ppt/notesMasters/notesMaster1.xml" Id="R6eeab965b51f496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e0e0e8b88b441bf" /><Relationship Type="http://schemas.openxmlformats.org/officeDocument/2006/relationships/notesMaster" Target="/ppt/notesMasters/notesMaster1.xml" Id="Rd21cf8c7bc3d48a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12a585351ea4af2" /><Relationship Type="http://schemas.openxmlformats.org/officeDocument/2006/relationships/notesMaster" Target="/ppt/notesMasters/notesMaster1.xml" Id="R0c7c952c19e94b2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24a9a92975e4eeb" /><Relationship Type="http://schemas.openxmlformats.org/officeDocument/2006/relationships/notesMaster" Target="/ppt/notesMasters/notesMaster1.xml" Id="R40f72230a3d243f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beaf8c453f74e71" /><Relationship Type="http://schemas.openxmlformats.org/officeDocument/2006/relationships/notesMaster" Target="/ppt/notesMasters/notesMaster1.xml" Id="R59b52fed0c484a9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82281e4b7454b9b" /><Relationship Type="http://schemas.openxmlformats.org/officeDocument/2006/relationships/notesMaster" Target="/ppt/notesMasters/notesMaster1.xml" Id="R14526a044d11446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0748b21f4fd4d3b" /><Relationship Type="http://schemas.openxmlformats.org/officeDocument/2006/relationships/notesMaster" Target="/ppt/notesMasters/notesMaster1.xml" Id="R8f34f3ed54a1482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b96d37b90114ade" /><Relationship Type="http://schemas.openxmlformats.org/officeDocument/2006/relationships/notesMaster" Target="/ppt/notesMasters/notesMaster1.xml" Id="R133d3e49b584470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4727845e37441b4" /><Relationship Type="http://schemas.openxmlformats.org/officeDocument/2006/relationships/notesMaster" Target="/ppt/notesMasters/notesMaster1.xml" Id="R42a1b038c024403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6dcf58e0dc14aa2" /><Relationship Type="http://schemas.openxmlformats.org/officeDocument/2006/relationships/notesMaster" Target="/ppt/notesMasters/notesMaster1.xml" Id="Rba4f55be7d2947c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1a0de420af34faf" /><Relationship Type="http://schemas.openxmlformats.org/officeDocument/2006/relationships/notesMaster" Target="/ppt/notesMasters/notesMaster1.xml" Id="R222684b93b76400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5c7977d724144ed" /><Relationship Type="http://schemas.openxmlformats.org/officeDocument/2006/relationships/notesMaster" Target="/ppt/notesMasters/notesMaster1.xml" Id="R3a7148d8ce7c4a3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09af78c4e5e444f" /><Relationship Type="http://schemas.openxmlformats.org/officeDocument/2006/relationships/notesMaster" Target="/ppt/notesMasters/notesMaster1.xml" Id="R0908c0bf2548457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f3fb96290be465a" /><Relationship Type="http://schemas.openxmlformats.org/officeDocument/2006/relationships/notesMaster" Target="/ppt/notesMasters/notesMaster1.xml" Id="R81160e224428471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195d50ce4664af3" /><Relationship Type="http://schemas.openxmlformats.org/officeDocument/2006/relationships/notesMaster" Target="/ppt/notesMasters/notesMaster1.xml" Id="R8fdb73d8cda9432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08d478c82b54dc2" /><Relationship Type="http://schemas.openxmlformats.org/officeDocument/2006/relationships/notesMaster" Target="/ppt/notesMasters/notesMaster1.xml" Id="R756a690c4604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緊急タスクの最終統合資料。制作判断と技術責任者推奨を区別して説明する。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技術責任者・デザインマネージャー・マネージャー確認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D:/05_codex/02_game/001_設定資料/YTC_Game_Setting_Story_v1.md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D:/05_codex/02_game/001_設定資料/03_Enemies_and_Encounters.md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D:/05_codex/02_game/001_設定資料/10_Fields.md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デザインマネージャーレビュー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D:/05_codex/02_game/001_設定資料/02_Characters.md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D:/05_codex/02_game/001_設定資料/09_Game_Rules.md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- D:/05_codex/02_game/001_設定資料/12_ID_and_Terminology.md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Internal: 技術責任者・マネージャーレビュー 2026-08-19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- D:/05_codex/02_game/000_エージェント共有読み物/エージェント役割設定.txt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D:/05_codex/02_game/001_設定資料/04_Weapons.md</a:t>
            </a:r>
          </a:p>
          <a:p xmlns:a="http://schemas.openxmlformats.org/drawingml/2006/main">
            <a:r>
              <a:t>- D:/05_codex/02_game/001_設定資料/05_Equipment.md</a:t>
            </a:r>
          </a:p>
          <a:p xmlns:a="http://schemas.openxmlformats.org/drawingml/2006/main">
            <a:r>
              <a:t>- D:/05_codex/02_game/001_設定資料/06_Loot_and_Items.md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D:/05_codex/02_game/001_設定資料/07_Player_Stats.md</a:t>
            </a:r>
          </a:p>
          <a:p xmlns:a="http://schemas.openxmlformats.org/drawingml/2006/main">
            <a:r>
              <a:t>- D:/05_codex/02_game/001_設定資料/08_Weapon_Stats.md</a:t>
            </a:r>
          </a:p>
          <a:p xmlns:a="http://schemas.openxmlformats.org/drawingml/2006/main">
            <a:r>
              <a:t>- D:/05_codex/02_game/001_設定資料/12_ID_and_Terminology.md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D:/05_codex/02_game/001_設定資料/01_Story_20_Chapters.md</a:t>
            </a:r>
          </a:p>
          <a:p xmlns:a="http://schemas.openxmlformats.org/drawingml/2006/main">
            <a:r>
              <a:t>- D:/05_codex/02_game/001_設定資料/11_Producer_Direction.md</a:t>
            </a:r>
          </a:p>
          <a:p xmlns:a="http://schemas.openxmlformats.org/drawingml/2006/main">
            <a:r>
              <a:t>- D:/05_codex/02_game/001_設定資料/DOCUMENT_REVIEW_SUMMARY.md</a:t>
            </a:r>
          </a:p>
          <a:p xmlns:a="http://schemas.openxmlformats.org/drawingml/2006/main">
            <a:r>
              <a:t>- D:/05_codex/02_game/000_エージェント共有読み物/01_タスク.txt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24ec55672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7b8345bc0d4bf0" /><Relationship Type="http://schemas.openxmlformats.org/officeDocument/2006/relationships/slideLayout" Target="/ppt/slideLayouts/slideLayout1.xml" Id="Rdac89610467747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89610467747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9f4024b1e4fb1" /><Relationship Type="http://schemas.openxmlformats.org/officeDocument/2006/relationships/notesSlide" Target="/ppt/notesSlides/notesSlide1.xml" Id="Rf6ae453b3397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410f768bb46b1" /><Relationship Type="http://schemas.openxmlformats.org/officeDocument/2006/relationships/notesSlide" Target="/ppt/notesSlides/notesSlide2.xml" Id="R4d8420e8db894e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b0ffafb2c4350" /><Relationship Type="http://schemas.openxmlformats.org/officeDocument/2006/relationships/notesSlide" Target="/ppt/notesSlides/notesSlide3.xml" Id="R65f1d30d8bcb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8a7b782ec448b" /><Relationship Type="http://schemas.openxmlformats.org/officeDocument/2006/relationships/notesSlide" Target="/ppt/notesSlides/notesSlide4.xml" Id="Rf8f1542587b64b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30a1eaaa4c0d" /><Relationship Type="http://schemas.openxmlformats.org/officeDocument/2006/relationships/notesSlide" Target="/ppt/notesSlides/notesSlide5.xml" Id="R4de99936838649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3b19a706145bf" /><Relationship Type="http://schemas.openxmlformats.org/officeDocument/2006/relationships/notesSlide" Target="/ppt/notesSlides/notesSlide6.xml" Id="R07a570eaa54f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661ce4be84126" /><Relationship Type="http://schemas.openxmlformats.org/officeDocument/2006/relationships/notesSlide" Target="/ppt/notesSlides/notesSlide7.xml" Id="R0356c36f0c484c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d288ccaab494e" /><Relationship Type="http://schemas.openxmlformats.org/officeDocument/2006/relationships/notesSlide" Target="/ppt/notesSlides/notesSlide8.xml" Id="R99fda9b6ddff4f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e3d1fdc274cf8" /><Relationship Type="http://schemas.openxmlformats.org/officeDocument/2006/relationships/notesSlide" Target="/ppt/notesSlides/notesSlide9.xml" Id="Rfd4c09c62f4540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bf9151e9c490f" /><Relationship Type="http://schemas.openxmlformats.org/officeDocument/2006/relationships/notesSlide" Target="/ppt/notesSlides/notesSlide10.xml" Id="R5d7e4f155f0045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a0a9e29d649b0" /><Relationship Type="http://schemas.openxmlformats.org/officeDocument/2006/relationships/notesSlide" Target="/ppt/notesSlides/notesSlide11.xml" Id="R8b01e0d4711d46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5b0d9d994df8" /><Relationship Type="http://schemas.openxmlformats.org/officeDocument/2006/relationships/notesSlide" Target="/ppt/notesSlides/notesSlide12.xml" Id="R13daaab3b6c846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2644beafd4f11" /><Relationship Type="http://schemas.openxmlformats.org/officeDocument/2006/relationships/notesSlide" Target="/ppt/notesSlides/notesSlide13.xml" Id="R26010ec660ef41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de253454c4bfd" /><Relationship Type="http://schemas.openxmlformats.org/officeDocument/2006/relationships/notesSlide" Target="/ppt/notesSlides/notesSlide14.xml" Id="R7cfbec4109784b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1318e74fd4d89" /><Relationship Type="http://schemas.openxmlformats.org/officeDocument/2006/relationships/notesSlide" Target="/ppt/notesSlides/notesSlide15.xml" Id="R656c61f4ebd742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d1c81dceb464f" /><Relationship Type="http://schemas.openxmlformats.org/officeDocument/2006/relationships/notesSlide" Target="/ppt/notesSlides/notesSlide16.xml" Id="R74fafe6a5fb640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1a470ce40462b" /><Relationship Type="http://schemas.openxmlformats.org/officeDocument/2006/relationships/notesSlide" Target="/ppt/notesSlides/notesSlide17.xml" Id="R8736fabdddf64f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4050535f5483c" /><Relationship Type="http://schemas.openxmlformats.org/officeDocument/2006/relationships/notesSlide" Target="/ppt/notesSlides/notesSlide18.xml" Id="R05df1e426e5043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aeb156c9e4795" /><Relationship Type="http://schemas.openxmlformats.org/officeDocument/2006/relationships/notesSlide" Target="/ppt/notesSlides/notesSlide19.xml" Id="R65b289eef7c446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eeef197c94dc3" /><Relationship Type="http://schemas.openxmlformats.org/officeDocument/2006/relationships/notesSlide" Target="/ppt/notesSlides/notesSlide20.xml" Id="R9e4ce5d4f5c147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b0a8616fb466c" /><Relationship Type="http://schemas.openxmlformats.org/officeDocument/2006/relationships/notesSlide" Target="/ppt/notesSlides/notesSlide21.xml" Id="Ra96a8921b0144d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e09c69b6846ad" /><Relationship Type="http://schemas.openxmlformats.org/officeDocument/2006/relationships/notesSlide" Target="/ppt/notesSlides/notesSlide22.xml" Id="R98c4738132bb46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920f324204e89" /><Relationship Type="http://schemas.openxmlformats.org/officeDocument/2006/relationships/notesSlide" Target="/ppt/notesSlides/notesSlide23.xml" Id="R91485caefbaf4e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ffc931eda4098" /><Relationship Type="http://schemas.openxmlformats.org/officeDocument/2006/relationships/notesSlide" Target="/ppt/notesSlides/notesSlide24.xml" Id="R730a0faa093d49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e707a2b0349ee" /><Relationship Type="http://schemas.openxmlformats.org/officeDocument/2006/relationships/notesSlide" Target="/ppt/notesSlides/notesSlide25.xml" Id="Ra1b484ddc5de41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390c4edba4d99" /><Relationship Type="http://schemas.openxmlformats.org/officeDocument/2006/relationships/notesSlide" Target="/ppt/notesSlides/notesSlide26.xml" Id="Rb3cda96b49ea41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3b0dad2fe4360" /><Relationship Type="http://schemas.openxmlformats.org/officeDocument/2006/relationships/notesSlide" Target="/ppt/notesSlides/notesSlide27.xml" Id="Ra23885df53f94c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1c40770bb48e2" /><Relationship Type="http://schemas.openxmlformats.org/officeDocument/2006/relationships/notesSlide" Target="/ppt/notesSlides/notesSlide28.xml" Id="Rd0ddb42a6e73453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d9e74cdeb4f30" /><Relationship Type="http://schemas.openxmlformats.org/officeDocument/2006/relationships/notesSlide" Target="/ppt/notesSlides/notesSlide29.xml" Id="Rdf521264a6f6440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c93f4ef5e4852" /><Relationship Type="http://schemas.openxmlformats.org/officeDocument/2006/relationships/notesSlide" Target="/ppt/notesSlides/notesSlide30.xml" Id="R83828ec258654d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18b2c00a342dc" /><Relationship Type="http://schemas.openxmlformats.org/officeDocument/2006/relationships/notesSlide" Target="/ppt/notesSlides/notesSlide31.xml" Id="Rc85248f5e4af40f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7f76f1514600" /><Relationship Type="http://schemas.openxmlformats.org/officeDocument/2006/relationships/notesSlide" Target="/ppt/notesSlides/notesSlide32.xml" Id="R54326f37284949a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de16d60714e4c" /><Relationship Type="http://schemas.openxmlformats.org/officeDocument/2006/relationships/notesSlide" Target="/ppt/notesSlides/notesSlide33.xml" Id="R80f1585ab74b426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b1adc4913466c" /><Relationship Type="http://schemas.openxmlformats.org/officeDocument/2006/relationships/notesSlide" Target="/ppt/notesSlides/notesSlide34.xml" Id="Re88122e555004c7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f15ab52034dcc" /><Relationship Type="http://schemas.openxmlformats.org/officeDocument/2006/relationships/notesSlide" Target="/ppt/notesSlides/notesSlide35.xml" Id="R14b73ea2a5114ff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cfccdc1f4a3a" /><Relationship Type="http://schemas.openxmlformats.org/officeDocument/2006/relationships/notesSlide" Target="/ppt/notesSlides/notesSlide36.xml" Id="R2d90bb3a6ce042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c8cb83b9541c8" /><Relationship Type="http://schemas.openxmlformats.org/officeDocument/2006/relationships/notesSlide" Target="/ppt/notesSlides/notesSlide37.xml" Id="Rd4719155238f401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b52748e6d4387" /><Relationship Type="http://schemas.openxmlformats.org/officeDocument/2006/relationships/notesSlide" Target="/ppt/notesSlides/notesSlide38.xml" Id="R70cb1a00284743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09bdf893e4489" /><Relationship Type="http://schemas.openxmlformats.org/officeDocument/2006/relationships/notesSlide" Target="/ppt/notesSlides/notesSlide39.xml" Id="R002dc2abd45943c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8b1f60db64aeb" /><Relationship Type="http://schemas.openxmlformats.org/officeDocument/2006/relationships/notesSlide" Target="/ppt/notesSlides/notesSlide40.xml" Id="R039d0d15ae0d4ce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795bd7a574564" /><Relationship Type="http://schemas.openxmlformats.org/officeDocument/2006/relationships/notesSlide" Target="/ppt/notesSlides/notesSlide41.xml" Id="R06e11c3c38cf445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ba2b902144e1b" /><Relationship Type="http://schemas.openxmlformats.org/officeDocument/2006/relationships/notesSlide" Target="/ppt/notesSlides/notesSlide42.xml" Id="R7182b8964ecf4f1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b656d924542d4" /><Relationship Type="http://schemas.openxmlformats.org/officeDocument/2006/relationships/notesSlide" Target="/ppt/notesSlides/notesSlide43.xml" Id="R2925a1ec67b3407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301c84c84a5a" /><Relationship Type="http://schemas.openxmlformats.org/officeDocument/2006/relationships/notesSlide" Target="/ppt/notesSlides/notesSlide44.xml" Id="Refc2e5c317f94b5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9ba716e294c16" /><Relationship Type="http://schemas.openxmlformats.org/officeDocument/2006/relationships/notesSlide" Target="/ppt/notesSlides/notesSlide45.xml" Id="Raadedd3dbdd4410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914ab18074c80" /><Relationship Type="http://schemas.openxmlformats.org/officeDocument/2006/relationships/notesSlide" Target="/ppt/notesSlides/notesSlide46.xml" Id="R7e15db6ef97e41b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2312f0e164aae" /><Relationship Type="http://schemas.openxmlformats.org/officeDocument/2006/relationships/notesSlide" Target="/ppt/notesSlides/notesSlide47.xml" Id="R44ff9a46efcb46d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ccbb5e5d74fa9" /><Relationship Type="http://schemas.openxmlformats.org/officeDocument/2006/relationships/notesSlide" Target="/ppt/notesSlides/notesSlide48.xml" Id="Rce0e8cfc0d874e9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2e2446d3348af" /><Relationship Type="http://schemas.openxmlformats.org/officeDocument/2006/relationships/notesSlide" Target="/ppt/notesSlides/notesSlide49.xml" Id="Re80774ec9dee4c9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3dab5d99a4e93" /><Relationship Type="http://schemas.openxmlformats.org/officeDocument/2006/relationships/notesSlide" Target="/ppt/notesSlides/notesSlide50.xml" Id="Rfcd1438e5bdf486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c36afeed4cd6" /><Relationship Type="http://schemas.openxmlformats.org/officeDocument/2006/relationships/notesSlide" Target="/ppt/notesSlides/notesSlide51.xml" Id="Rf3e3e277068a4ea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2f4a9f64943ce" /><Relationship Type="http://schemas.openxmlformats.org/officeDocument/2006/relationships/notesSlide" Target="/ppt/notesSlides/notesSlide52.xml" Id="R6163251eb9f9464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42b6a083f4c66" /><Relationship Type="http://schemas.openxmlformats.org/officeDocument/2006/relationships/notesSlide" Target="/ppt/notesSlides/notesSlide53.xml" Id="R604fdf467246456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1a5c58f5c4c9a" /><Relationship Type="http://schemas.openxmlformats.org/officeDocument/2006/relationships/notesSlide" Target="/ppt/notesSlides/notesSlide54.xml" Id="Rde4d508f25294f2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0997225104e11" /><Relationship Type="http://schemas.openxmlformats.org/officeDocument/2006/relationships/notesSlide" Target="/ppt/notesSlides/notesSlide55.xml" Id="R47f38517a01448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65429A51-89F2-477A-89DF-408247B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YTC: Deliver Tomorrow
統合企画・要件定義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C31E1A-C307-4E6F-B430-9624F2E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物語・ゲームシステム・想定技術・機能／非機能要件
Producer Final Draft v1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81257E8-3C51-48BA-9B5F-1E4C112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INTEGRATED PROJECT DEFINITION / 2026.08.19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817D5-FC0E-4F1F-87C5-0D6A000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0"/>
            <a:ext cx="147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5C5D1-2E6C-4890-8DF6-62B3903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0"/>
            <a:ext cx="1085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1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8EA0A-C4CF-46C5-AD97-B88D710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953000"/>
            <a:ext cx="1000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YOUR
TOMORROW,
CARRIED.</a:t>
            </a:r>
          </a:p>
        </p:txBody>
      </p:sp>
    </p:spTree>
    <p:extLst>
      <p:ext uri="{BB962C8B-B14F-4D97-AF65-F5344CB8AC3E}">
        <p14:creationId xmlns:p14="http://schemas.microsoft.com/office/powerpoint/2010/main" val="1534663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2C519C-EC06-41BD-8CAD-6BF9EAD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B074DD-2429-48D1-A0F5-839723E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本資料を、制作判断の共通基準にする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0D42C70-3D85-423B-8781-34B73E8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CC00141-CBA4-4A75-A441-54B2766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DA95860-9DE4-4002-A085-007A854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技術推奨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技術責任者がUE5系・データ駆動・オフライン優先を採択。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C1C9087-0331-4D39-961C-ABE15C0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仕様ゲート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数式・ID・装備枠・章解放の矛盾はP0前に閉じる。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EB2CD00-D151-4CEF-9434-BD37F914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3AE72FE-8B7C-4DDC-B176-7677E61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0FA1CC7E-22CD-4AD9-BBDC-1B7EB8A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BC46ADD-2B28-44EA-9AFC-78DFC340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確定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世界観、20章の因果、ytcの価値観、ソロ完結の体験。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CC82460A-D960-4D13-809D-8226703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1AA150E-4F75-4749-B5B3-FC757FC8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DOCUMENT STATUS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緊急指示の必須範囲を一冊に統合。確定／暫定／将来／責任者決定待ちを混同しない。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ACD82-D3CB-4CE5-A03F-2DDAD22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51414-74AA-4F9A-B5CC-33E4695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708BA-6EB0-4072-9229-17451D58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76245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E9F21-1C03-4FB6-B1A1-707D77B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ONE-LINE 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DF0D-AEF7-490A-89A2-2E7A920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小さなPMCが、
人間の拒否権を明日へ届ける。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97C2-C1A2-4B3E-A9B7-CCC490A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C1F42-2D5F-46F2-B551-E353584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Windows PC向け2.5D装備収集メカアクション。射撃／近接／飛行／環境攻略と、戦利品／証拠収集を一つのループへ束ねる。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872C5-A2AD-4270-AD1F-44092DA0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98336-B946-467B-9E26-9620DA6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3F571-1BD5-4EBD-AD34-9B8A890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1902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9B55A-1502-4BA9-BC2C-92869AB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5つの体験ピラーが、同じ判断を別の角度から問う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57ED-6E86-4DC2-9C37-EF63CC5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中心価値は『最適解』ではなく、守る相手の顔を見て決める権利。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926F-4C88-43FC-A2B3-C09750F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6C71-825E-44A1-AA65-EDE9BA7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9D93E-D247-4FBD-B41A-CB074CD4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読める
2.5D戦闘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F5819-BC5B-48FC-8D9D-DE43975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3Dメカの重量感を、横方向の明快な視点で提供。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A328-F137-4509-AB95-96D43BBD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81FE-B698-4CE8-BEC3-EFCE78D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049F6-1C0E-4FC5-AC77-F982E17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射撃と近接の
往復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19AF-1104-458E-B820-67435EF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安全な射撃と高リスク・高効果の近接を切り替える。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32756-9827-4FC6-9F7E-FE79180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065B-0251-4FDB-ACBC-3DFA1A2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86DA-3752-463F-8E4F-94C93AD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任務へ答える
装備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E98EA-2024-4DCE-9241-C86A1BF3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数値だけでなく寒冷・高熱・浸水・妨害へ回答する。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4A55-E326-4CC3-836D-795D55A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7C623-B62F-4D32-A8CB-95FB7826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19F2B-9741-447A-889A-7065A39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戦利品が
証拠になる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15D07-A994-464D-B250-5BFB7A5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回収・強化・売却と陰謀追跡が同じ行為から進む。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C354E-2833-4827-B9AA-3DFC3404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42E66-7BB3-47B0-8169-24D89AD0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22E2D-66F8-4DDF-A75C-D3D37F6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15人の会社を
守る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A7A62-2FD8-4145-9B66-7D297F1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顔と責任が見える組織で、誰を守るかを決める。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0DFF9-D808-4387-B47E-6284FE2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A5851-D51C-434C-A315-704FF54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C97C5-5FB7-4CB4-B9C3-B8E3ECF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50141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733A6-FC68-47CC-A9BD-2223D801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2091年、民間武力が日常業務になった世界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FC74-F6E9-4EB7-BF38-0D6656FB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22C3-237C-4D26-86CB-2E74DD9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3971-092F-4FB8-B089-FA4CF94D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国家・企業・PMCが都市防衛、輸送、救助を分担
• 攻殻装甲と無人兵器は高価だが一般化
• 物流と武器データが紛争の規模を決める
• 巨大企業の効率と、小組織の責任が対立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6272-0726-4AF6-9071-F602F4C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123E-04D9-4D4F-8B0C-7BBC763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英雄ではなく、依頼を完遂して全員で帰る職業人
• 敵を倒すだけでなく、救助・護衛・非致死を評価
• 暗い軍事世界でも日常の温かさを失わない
• 最終決戦後も、小さな配送依頼へ戻る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35BF2-DDB8-4518-A67F-77422B9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A33DB-2236-45FC-AC0C-47E3DFB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世界の大きさより、『誰が責任を取るか』が物語の温度を決める。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DC44-B2F8-4423-B52D-B33180D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0A83-96D3-4EDE-B98F-6B010E4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35ED4-2248-405B-A0FD-99D94E3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56194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B95EB4-2901-4CE8-8159-757D443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77583E2-EB9A-4320-8A28-21B91A8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ytcは、15人全員の専門性で巨大組織へ対抗する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18BDFA41-D8AB-45AB-8185-35F6A5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2AADC1D-73AB-46DC-A820-B237CC94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0093402-0272-4D49-B208-4C3E4C8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弱み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予備人員・補給・政治力・同時展開能力に乏しい。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124D807-2907-401A-BB67-90D54AEB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標語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Your Tomorrow, Carried.
『今日も笑顔を届けよう』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BBD08E9-08D2-498F-A05F-1F084CA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4007B1A-F9FA-4814-93BA-7D24D1AF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FA5B8AF-0895-41CE-9CAC-D4AA351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447F3A3-04DD-4192-93CB-2799B1D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強み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意思決定が速い。機密経路が少ない。全員の専門が見える。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31A776B-AB8F-4CBE-8A22-26AB2F69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47F7CCA-2050-4763-9D97-63384C2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ORG_YTC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 Risk Management 合同会社。護衛・輸送・救助・危険地域評価を担う、小型倉庫本社のPMC。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A9AA8-6E8D-4C0B-A0FA-9D34A513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A478A-01FE-4422-B0EB-1705D64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DE7B8-E34F-4A28-96EF-C2BCD51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67600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3A6FE-EBC6-4912-BE06-6E6E9FB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K1の未完成さは、人間が命令を拒める余白である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94A0-B985-4FDB-80D5-F474EEF0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789FC-E746-46A3-A701-6898E77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K1 / COURIER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48EAC-A256-4497-BE68-6BEDE58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山田専用の外部試験機。射撃・近接・飛行を統合
• 修理痕と左右非対称の試験部品を残す実用品
• Stage I〜IV、FINALで段階改修
• 第13章以降、山田は正式な現場リーダー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4B428-54EF-416B-9B9F-EAF00B1B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LARK / REFUSAL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865F-E1E9-4AD0-9AB2-127C477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神楽美緒が設計した独立認証核
• ORPHEUSに汚染されていない同系統コア
• 外部停止命令を拒否し、不正命令を証明
• 最終的に物理停止鍵を届ける媒体となる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DB01-3B34-40A1-A76C-536B8A5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3D1C9-6561-4906-8EA3-8AF17A4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最終操作は特殊QTEではなく、通常の『アイテム使用』。基本動作で物語を終える。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D0D5-0612-41A0-9CB6-C7CC9E24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27172-BCAF-42D5-BAA2-87273DC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5F06E-4171-430A-8C39-D8901AB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9660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8B67CFE-DE9E-47ED-93E7-0255D92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C8382A-96D3-4487-B1C0-B1D840B9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対立は、兵器ではなく『誰が判断するか』にある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AAB635AF-C482-4FBA-A12B-9C475C9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75CD5172-B1C4-44C0-B813-1EFBD5A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1EA3B56-1D7F-4E65-B70E-8899614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ORPHEUS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実戦データを集め、需要が落ちた地域へ武器と偽情報を流す。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3593CD-18C3-4A2F-A8D9-BEDC0BD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真壁 宗一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人の拒否権を欠陥とみなし、K2〜K8とKΩを完成させる。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AEC7F72A-ECD1-40B2-BF4A-06A73A1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03DCC7F-2001-4DB3-B5B6-0497216C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681C5C6-8107-4D16-8974-9AD76DE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4AC1CB4-7811-415F-86D3-F45ADF4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BLACK RAIL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兵器物流・資金洗浄・偽装契約。戦争を運ぶ黒い流通網。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BF115C7-8476-489C-9776-68FA47C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D8BB2E7-0322-4EA2-8408-CF8585F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ANTAGONISTIC SYSTEM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真壁宗一は戦争需要生成システムORPHEUSを通じ、効率のために人間の迷いを排除する。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1E1C-B5A3-45A0-BF22-0D497A6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6C2E9-DE38-4994-951D-7698D83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3926D-4755-41A8-BDE2-8F136F6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93576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3CC7D-9B74-4929-855A-3338AEC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一発の違法弾から、世界規模の戦争需要生成へ至る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03FE8-F556-4BC4-B59B-2482931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調査の進行とシステム解放を同期させ、伏線がゲーム機能へ変わる。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190D7-220A-4B98-B8F0-6A34459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BB995-5078-42A2-AB40-EC532DE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ACE6-DE1F-463C-BC31-7B20850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違法弾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845E-1F40-4007-9618-B2F3989C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第2章。削られた製造番号が最初の火種。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B0131-1395-4DD5-B20D-8A6324B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B050F-253D-4406-A213-9E63D4E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23DD-F8B3-468E-948A-3609FCD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誘拐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5FA3E-D13C-41E7-A69D-8056ED2C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第3章。美緒とLARKを確保しようとする。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10859-FFE9-483C-8CB5-A2D276E2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23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EE9A2-68BF-476A-8DDF-86A0EA4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A5B7F-7C55-4C90-9E87-AB16119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流通網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2911D-3F82-47D9-A30E-9D66CD2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第4〜8章。荷札・港・地下線・承認鍵を追う。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6C411-71BD-4BD7-AE75-8AC2221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02C7E-C27F-4D15-A4D9-8A570F9D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45B7-D4DE-4C0A-A4CB-7D748F43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需要生成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040A-04AA-4200-8142-6AD285E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第9〜16章。偽旗・濡れ衣・遠隔暴走の全貌。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D9371-8DE5-4266-8DCC-05393C5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3C2B-839E-4F78-AC07-95B0A78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DA99D-628B-4603-9142-6E95388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停止配送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766DE-EFB6-4F3F-8953-3169E7A8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第17〜20章。物流、命令、中枢を順に止める。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13C2-DEE5-40E6-97C4-38EC4B5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CA421-778B-4444-875C-B51E723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EC48F-B9A4-4BE6-A2EE-B956F34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6454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51498-9905-4379-AB6B-992478A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全20章は、5幕で緊張と主体性を上げる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1C4B5-4509-49F6-8F4C-896368E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日常の夕景 → 地下と雪 → 砂漠と封鎖都市 → 青空と救助 → 夜明けの橙。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6648-36E3-4281-BAF1-648C8286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C9DDE-33D0-4E2E-B88B-D158FA2A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CH 01–04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B134-F334-4525-95F5-EA6F5D3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AE623-E8C4-45A5-BC41-6284EE9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K1試験／違法弾／美緒誘拐／空の救出地点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FDEB9-2EBD-40B9-8C2C-A81EB69F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8B7F3-C984-4669-987A-E8C1707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CH 05–08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200DC-E915-48D9-A52E-B5330FE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16B31-176E-4DC1-880F-B7BA62E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地下線／偽旗港／雪山護衛／囚われ人の放送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374D7-899C-4386-991E-CDC8B35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FA35F-4FD4-4F74-BAAE-6E4ABEA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CH 09–12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C7116-7F81-4626-ADA2-7DF5E7B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BAE2-275B-44B0-9B65-D65AC339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兵器市場／K1停止／濡れ衣／本社防衛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DCD28-E2CB-47E8-9DAF-6D38100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0F44-AFA9-4DAB-86EE-0231668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CH 13–16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55ED-A6EC-4623-AD4B-87725F5F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EDD9C-263F-4EBB-A05A-E3095E6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共闘／空中戦／美緒救出／民間人救助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0D791-C800-438E-8805-E0926A77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B54CA-B317-4E85-A5C3-EF15979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CH 17–20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A43AC-F239-49D2-81BC-7ED95A0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F7C6D-0D50-4EC0-8CF9-5086BF8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物流停止／五都市／Kの系譜／ORPHEUS停止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65AFF-9A99-4239-AD81-DA7576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941DD-10D0-4CC2-B871-1B4429B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377DC-36E1-4F6D-A83B-F93EC07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9182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465279-069A-4636-BE76-E664199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55536A-5930-4F98-AC0B-F028B1E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第一幕：拾った火種 — 仕事の延長で陰謀へ触れる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C9D5893-2CC5-41C2-BE70-9DD7977B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BD2A32EB-C73A-433F-8B74-860BE4E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64116FE-E21C-4F40-9BB5-BA2CBC7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病院から美緒を精密誘拐。非武装救助と車両チェイス。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7E8D4CC-0612-4A05-B641-0623EB5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空の拠点で旧式機甲兵。黒いレール荷札を発見。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CDE2B90A-FE3C-44EB-AE19-F1E9006C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7FC6B09-A084-4FB2-AE5C-9FECBDB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67D4660F-2193-4CC0-ACD6-7E87BD04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6FAA4AA-049A-42D0-BC05-711ECEA0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01–02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K1試験と初仕事。安全な射撃／装甲を剥がす近接／ドロップ。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0552189-3BCE-4D36-8AA1-F8F39DA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56E02F6D-D7C1-41A0-AD36-17A5C06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基本操作を学ぶほど、K1と違法弾の異常性が見えてくる。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729F4-88DA-4D48-A3B1-60D40FE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1238C-DA94-4C5B-8C8C-90635D3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08A7C-AA78-4431-9F25-46D5FF10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571156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1F8AE46-EBE1-4D66-BDFD-A531B5A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7FC7940-E557-436B-877C-45B944D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第二幕：黒い流通網 — 環境を越え、兵器の声を拾う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8CD036A-F225-45E1-A20B-73196ED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65B6C67F-CB0B-4715-AC9B-C8F07E7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435DF9B-23DB-41E4-ABAB-89970C46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07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雨宮透を護衛。寒冷・吹雪・狙撃。ORPHEUS名を復号。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24A0BA3-5CEA-4D59-862C-60896F2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美緒の分割通信。ジャミング下で防衛し、真相を聞く。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3F7FCD2-B514-4C41-A96D-D33FA121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E691EF1-A2FB-4388-B1AC-3B86A84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D68801B-CF97-42AC-AC81-590200E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24790D9-6A39-4FDB-9962-1EBEF49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05–06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浸水・ガス・列車・警報。BLACK RAILの物理物流を可視化。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782A99B-68B0-4A5C-B72B-640728F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47D0ABA-65AC-438F-AAD6-109FC27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地下・港・雪山・通信所を進み、物流と社内承認鍵を結ぶ。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2E943-811A-44AD-AE66-3478860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AE6C2-5788-43B6-801E-F2BD11E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DC189-6FF0-491D-8378-B34101B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53807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3BB28A-53D5-43CA-BD50-8558B1C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FA23F8-5BE6-4797-9368-53DA6F5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第三幕：鎧の値段 — 力を失い、会社の価値を選ぶ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83A5A9-4C40-4655-955A-3FA0E0C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2D2AE93-6732-4B81-BA4B-6538398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235671-7AB5-4D11-BCF8-59407D7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ytcへ濡れ衣。非致死・同行支援で全員を退避。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4899760-2505-46C2-8D81-BAB854B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本社の日常空間を防衛。ヴァイスを拘束し証言を得る。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AE14C10-B2DA-4CAC-8268-3902077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30A7F25-66D3-470C-A1F1-8630F48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5E270AD-2F9C-415E-9ACB-476D1264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21D2D60-0167-4A38-8EEF-A4B88377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09–10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砂漠競売で端末接続。K1停止後、緊急外骨格で奪還。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7D7C0C3-7453-41EB-9483-9F8B96D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42C1FA5-E432-4793-83AC-A73D7FD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装備の便利さと組織の信用を奪われても、15人で帰る。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7CC1C-F387-44E5-887E-7C00CF47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DEC9B-67B1-4CF1-A2AE-074CCC1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0BCBC-8A62-4962-815D-C1E4952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2129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DBA36BD-7CE6-4144-A9FE-6AFACD6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B4F190-3F15-455B-ABC2-33DA1B9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第四幕：誰に届けるか — 競争より救助を選ぶ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04D26459-8ABB-4244-A471-904954C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4C20A5DC-B75B-438A-B3CF-DE982F0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C5E898-B308-452C-82D8-8271D0F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15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美緒を『令嬢』でなく技術者として救出。LARKの意味を知る。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BACCCD8-7CD9-4DF6-976C-FDF954FA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偽旗攻撃下で民間人救助。ytcの信用を現場で取り戻す。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ABE7950-0885-42B9-BE59-36736ED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64FB570-3792-4329-AF1E-7F8CC62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C54DF09-2105-4D85-A6ED-1A7AF8B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A526591-EA5B-410A-B939-3DEB2E1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13–14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バスティオン・ナインと共闘。山田は現場リーダーへ。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E5CE307-6C44-4999-8A15-7F20CF07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9290E7F-7F4C-43B6-885D-C423B1E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共闘・空中戦・美緒救出を経て、証拠より市民の命を優先する。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80F2A-CFE4-4CDF-9249-64F1672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D7333-0A66-4286-B505-E40528F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EB4AB-6409-4BC0-9919-164C261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075828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78FBD1F-0601-4D6E-AEFB-F6341D1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07E72-F7D3-47CC-B2AA-B6E2307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第五幕：明日を届ける — 物流、命令、思想を順に止める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FFE7A01-5B5D-48F5-9CA7-5BC588EF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C27A969-CB8B-47FF-9883-7567E63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5FB2F75-0DE1-4165-AC93-2EC1C38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K2〜K8を越え、K1の弱さが自由の余地だと証明。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790F2D-AA5F-4176-A35D-F56C25B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20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クワイアとKΩを撃破。通常のアイテム使用で停止鍵を届ける。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95F64090-CE01-4339-B7F5-A7590126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C86F46C-DE3F-4CA6-B944-FA78AE6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2F3A128-9A10-46D0-A4BB-80769D0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9BE97D3-E5B8-47E3-A627-BA35BF7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CH 17–18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BLACK RAIL中枢と五都市命令を停止。侵食兵器は救済可能。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7A586688-3CCA-430D-9EDA-142019D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771EF88-6851-4144-992B-EF7370F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ACT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過去の全ルールを総復習し、人間の拒否権を守る最終配送へ。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9A0D7-3D74-4D8C-94D4-C7EE7B7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B6516-10DA-47A0-BD1E-B3F650B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62A4C-478E-4FB5-AEE5-447A6C3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96146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C0AF9-2CEC-42BB-AE21-5F36D41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56DA05-98FC-4DB6-8BFA-8E3B408B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物語上の矛盾を、制作正典として解消する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A66CC1B-5765-4104-837A-E080FDD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プロデューサー決定。章進行表と詳細設定へ反映する基準。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543425"/>
              </a:tblGrid>
              <a:tr h="56179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確定判断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ゲームへの影響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第18章の第五都市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鏡浜居住区を追加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避難誘導＋通信中継停止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Stage 04前半で自律指揮K7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K8戦前の連携・指揮対策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第19章報酬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K8統合核→アーク座標→停止コード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入手順と物語因果を分離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第3章強制敗北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追跡任務の初回決着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通常敗北・評価低下なし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山田の役職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第13章以降は現場リーダー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共闘時の号令を正当化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品質優先の目標値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固定受入条件にしない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362A2-F42C-437B-98B8-26253B6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0B389-9916-4B27-B7CD-7858C2A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E0EF-943D-476A-AD41-C241924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601225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BC4B2-F045-44E5-B4B3-FDC34C8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52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任務→回収→帰還→成長→再出撃が、物語の証拠線を進める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79D8-44C8-4D69-90A7-D60DF91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戦利品収集を物語から切り離さず、『兵器が記録している』を遊びにする。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45F21-2E39-4CBB-9201-3C7524FE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29D30-D1CC-4DCA-9082-4B64D81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9F1F5-ECC3-4055-BD67-557498A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受注・準備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79D8F-1EC6-4870-BFDE-4B87197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目的、環境、推奨装備を確認。プリセットを選ぶ。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CEC7B-90CF-479D-8F8A-CD085E7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56580-F72D-43DE-BD7C-A7CF25D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580C1-0EFA-4FDF-B7C6-18EED78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出撃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90B08-86A5-42D7-B734-A1B9B3A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戦闘・移動・救助・ギミックを一つの任務へ統合。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FCB4-FA53-4916-89E9-0FA17FB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569B-0277-4D5B-A972-41ED87C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76CDF-7E15-481D-856D-8903E50F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回収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B118E-A324-4246-BD81-09E2679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装備、素材、通貨、情報、証拠を取得。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3A9EB-414A-43FA-A736-E38D631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F25B5-D8C0-4519-B531-73A6E33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0EB53-CFB1-4AE4-A471-C8336E1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帰還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EC664-04B7-410B-BCA8-3AC6083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鑑定、強化、分解、売却、証拠解析、人物会話。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0112B-D08A-4B48-9841-904C012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80C80-F48C-49F8-91C0-7D38799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886E0-D080-41EE-81B7-F3907B9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再構築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989E3-E735-4E70-82AB-A9218CF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次の敵・環境へ答える装備で再出撃。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BFC63-0374-4161-9D46-09582DC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15DE9-17E3-4F1C-8579-EFEE9C1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7798C-72CC-4AB9-8EB2-C58E180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37443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1A80F25-C8CF-4C00-A922-E5300EB9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8390FD9-D1B4-48D2-8A32-96CE9EA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1ステージ8〜15分で、理解・判断・試験を一回ずつ行う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73E444F-0BD0-41EB-B004-20504A1E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6A8EF4F-FE86-4841-9627-14AB8DF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CE810D-24E8-4CFC-8B53-491AFB2C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0EFCB9A-4A54-4467-9CF3-09CED6E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ENTER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D8DCE60-584A-42DF-8A92-0439855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ENGAGE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E3DE30E-1A93-4634-912C-1285DBF8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BA704E0-1715-4549-9945-0A2B73C6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判断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射撃／近接、飛行、装備、ルート、救助優先度を選ぶ。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E0F6375-5F77-4900-9B65-5CEBC9A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理解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目標、環境値、敵の役割、新ルールを安全に読む。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9920220-1D2F-43C8-AB89-0F5C2F1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試験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ボスまたは複合局面で、章が教えた内容を確認する。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14830-58E2-4A68-BA02-6D04F33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4B3E-6271-480E-A1FD-AA1AF38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66DCA-B911-4260-8437-2263D26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46444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3874D-23B8-449C-83EB-6330041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射撃で安全を作り、近接で状況を変える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76B8-3881-411E-B582-F29A719F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4E913-2DD1-42D4-9B2A-4F5AAE0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ABB7E-AF64-41FD-A7F4-21A2E44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距離・弾薬・リロード・弱点射撃で安定
• 軽装甲、飛行、露出弱点への主回答
• 弾薬MODで属性と目的を切替
• 遮蔽・射線・ロックオンを明確化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9656F-F3D0-4006-8786-A03652C3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MELEE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AD8E2-0E0C-48DA-A01E-4D8088E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高リスク・高効果。重装甲と体勢を崩す
• コンボ、強攻撃、ガード、ジャストガード
• 装甲破壊後に射撃へ戻す往復を作る
• リーチはエフェクトでなく実体長で伝える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2D8E-222A-486A-96CC-BBB5461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D7A53-8778-4111-8ABA-D3E5212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同一条件の戦闘ログで、射撃だけ／近接だけが恒常最適にならないことを検証する。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A5623-33C0-41FB-B3E7-E06BF16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93DD7-5FE6-4022-BD4E-1081FD83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43D4-B5D6-4F7D-BB8E-B2ED57E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067796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18596-CA11-483D-8B11-175BD94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生存資源は、回復順と役割を混同させない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DAD9-0978-4084-BE68-1F4BEC0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HUDはHP＝心電波、アーマー＝分割板、シールド＝外周リングで形も分ける。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6877-072A-4F9F-BEA0-795F119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8A051-073A-4665-A670-E5C956A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F81D-C972-4193-A492-73D0E2B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シールド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5C61-402E-49F2-95EF-4D4CEAB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時間回復。電子防御と再展開の余地。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BF0C-A823-408F-8BA3-EEB33B1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31137-DBF2-4CF3-8684-65DCA7E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MIDDLE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AB02-42BC-46E5-8E64-2DFA7B11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アーマー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E66EF-0927-44DD-86E9-79F9ED4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装備由来。部位・耐性・補修で維持。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DD20D-159A-44DD-84D8-9E2900A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91A42-5CA8-45BC-9D92-EEB96D9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2174-A372-4B1B-88D3-B51CBEB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HP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6108B-57ED-422F-A523-EE3EF00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生命。回復・Down・Retryの基準。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7E70F-CADF-494A-B681-76E7AE1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25303-6524-47A1-9997-118B713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E8BB-C633-444D-AD52-5C9F25B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エネルギー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FCBFC-3DFA-4F2B-B796-FDF1093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飛行・ビーム・一部防御で共有。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1480-6760-4BE1-9CE2-BAB561A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925CF-4156-44D2-A3EF-F2754A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6DB52-3BF0-4225-8970-ED0958D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E8B79-52B9-411E-BD8D-71EC5AF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行動で蓄積。環境と冷却装備が左右。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425CA-DAF0-45D6-AEB3-CF41047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216EC-2E3E-4C7F-8D57-B670DBB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6C780-ED12-4DDE-8655-7339095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84507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48578-4260-4178-8587-B2207C37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飛行を万能移動にせず、エネルギーと空域で判断させる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FE60-AC6D-44EE-8D28-6EF0728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F554-F3A8-43CB-846D-D166806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PLAYER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8AD63-CDBC-40C1-9AD9-9AC883C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ジャンプ、長押し飛行、ホバリング、空中回避
• 地上／Jet／Vehicle／ZeroGを状態で分離
• エネルギー消費と熱蓄積を逆方向に表示
• 落下復帰は進行不能を起こさない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F609-A9EE-44F8-AC9A-6852850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LEVEL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9830B-70B4-4EC4-A235-6D165CC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対空敵、強風、飛行禁止電磁雲、補給リング
• 固定寄りカメラと画面外攻撃警告
• 奥行きレーンを限定し、迷子を防止
• 飛行に報酬を置くが地上戦を無効化しない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E28BA-B1A1-41FD-98E1-4B69D17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FBF3E-24CB-422F-9D18-C4D74DC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ABE5-86C8-41E5-8887-B317E710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585721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E7C96A-D4A0-422C-B6AB-96D3C3D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872AA6F-DCD6-45EE-889C-64F7497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装備は『強さ』ではなく、任務への回答を組む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49F5314-440A-45A6-8110-4D342D6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K1の部位構造。戦術装備・ユーティリティ・消耗品の最終参照関係は仕様ゲートで固定。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829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部位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主な役割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判断例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フレーム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基礎性能・Stage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装備コスト上限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センサー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索敵・ロック・弱点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ジャミング／狙撃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アーマー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防御・環境耐性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寒冷／高熱／電磁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反動・近接・ガード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射撃安定／装甲破壊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レッグ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機動・安定・地形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砂地／凍結／重量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バック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飛行・盾・支援・冷却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空中戦／防衛／熱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補助A/B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任務特化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浄化・救助・妨害対策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77FC-B38F-4B63-8335-9E8704F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82F66-BD77-4D81-9853-99ED196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A5E8-3B28-4B96-BA48-542CA5C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0253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978522-35A4-4A44-BFCC-54EB3214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C22938-374B-47FF-B26C-F8AD8C5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武器は、距離・装甲破壊・機動・資源負担で比較する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E9C9D37-698A-4E47-BA4D-F601474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代表武器。未確定DPS値を大きく見せず、行動差を正典とする。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714500"/>
                <a:gridCol w="4762500"/>
                <a:gridCol w="2924175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型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戦場での役割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主な代償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機甲ライフル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中距離の基準／弱点射撃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標準的な弾薬負担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WO-8 白羽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狙撃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長距離弱点・対精鋭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低連射／位置依存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P6 杭打ち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ロケット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重装甲・部位破壊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弾数／自爆距離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N20 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ビーム砲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高精度・継続圧力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熱とエネルギー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VS-01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振動ソード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装甲剥離・近接基準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接近リスク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IR-7 鉄鐘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大剣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体勢崩し・防御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重量／機動低下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KX 静電杭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レール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終盤の貫通回答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チャージ／隙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E9BB-03D9-450A-880A-E9EBA2B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0230-B573-469A-9D0F-8A0DB30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298C-DFBB-4D0A-B397-BDF5BA7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25731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F2F5DB-F9A3-4C5D-BD71-894FB05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06EEEA-790A-49A3-8DA0-C649044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ドロップは、強化・経済・証拠を同時に前進させる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BAB8147-A84B-4048-A358-06938A5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10DCEE1-E38A-4B02-95DF-8E0A7C1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087B8BE-49C8-4951-9375-B541B26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進行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情報／証拠品。証拠ボードが自動接続し、会話と章を開く。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ECD476-25E9-436C-8024-BF521F1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安全網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所持枠超過は仮回収箱。所持金0でも最低限を支給。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1640BCB-0978-4E3F-A41A-9814745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63D1826-4930-44A3-9D4B-FB1586FA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2A5CED3-2EAA-4C86-B3B6-68ED97F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C075893-D444-424B-B803-DB73FF8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戦力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装備／素材／消耗品。鑑定、強化、分解、売却へ。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8695280-C01D-4681-A4AE-B135808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C75D31C-293E-4F56-B23B-ABB0DD7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LOOT CONTRACT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失敗時もチェックポイントまでの素材50%と証拠を保持。重要品は売却・分解・紛失不可。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EFD38-7D17-4D2B-BD33-12C0778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C5E31-BBFB-46A4-A9F5-B7E9672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A83E2-F84C-4995-AC34-AC7D116F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48931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5777A-117A-4186-8C24-2BDCE80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成長は、操作熟練を置き換えず選択肢を増やす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D577B-F3C3-4503-A2D5-DDEBF056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F2A4-40D8-40BB-AD23-112CD76E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PLAYER / OPERATOR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336C-B7B4-4652-A97D-ADB3CE4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オペレーターランク上限30
• Assault／Gunner／Vanguard／Support
• 無料振り直しで実験を阻害しない
• Story・装備・結末を難易度で制限しない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66E3C-89A2-4A5A-925C-14159D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K1 / LOADOUT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073C-06FE-420C-AE83-F7E3229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K1 Stage I〜IV、FINAL
• 武器・装備レベル1〜10、品質5段階
• 3系統の武器改造、装備プリセット3
• 装備コスト上限で万能構成を防止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B8B2F-6550-43C5-9523-C59808E6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78EDB-9440-4F94-ADC3-C7D480A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K1 Stage III／IVの装備コスト増加値は、技術仕様ゲートで確定する。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B81F5-341E-438B-A00F-787F5959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7FF9-4CBB-4A31-A1B3-CD9E905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66E5-B302-4665-9958-65ED398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814368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76ECAA-B89B-434D-9584-04FB76E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B155F19-251C-4359-83B2-76E0D0A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敵勢力は、装備・目的・シルエットで見分ける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B4A6359-D1E8-4B83-87DC-2EC59D5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色だけでなく、形と行動で敵味方を識別。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686300"/>
              </a:tblGrid>
              <a:tr h="4915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シルエット／色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戦術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不揃い部品・布・錆赤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数と即席火器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矩形盾・真鍮・鐘肩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制圧と誘拐護衛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物流タグ・直線マーキング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混成装備・増援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長い狙撃輪郭・白布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射線と距離支配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青黄・整然矩形・丸銃口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非致死制圧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真珠白・シアン・左右対称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監視・捕獲・電子防御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細い胴体・逆関節・赤黒ノイズ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群体・遠隔侵食・無差別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CD356-393E-4391-A5A1-1498FDC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E8FB0-F27E-4C04-AA5F-DDD8806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4B43B-E60A-4CCF-AF4F-2522971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839881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5F579-8085-410A-80AD-24D6C47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敵の強さは、ランク・防御・役割の三層で読む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062BF-B9A0-42E2-8744-DFA2688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Standardの一般敵同時攻撃は3体まで。画面外攻撃は視覚・音のうち2種以上で警告。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D649B-45E8-441D-A59A-186949A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DDD8-88FC-4F1D-84DE-C77CB29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72DBC-3589-47BD-A3F2-5AFB80B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Normal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EE65-EF8E-4C08-A5A3-963DD11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単一役割。予告と対処を学ぶ。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52A23-5ED3-4BA4-A2E9-F844529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E8FE8-0AD9-4BD8-8A72-B7F9F2A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017E2-4053-462F-BAF3-CBD2542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Veteran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7D162-4DE3-444E-ABA5-B3E23722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武装追加。距離・遮蔽判断を要求。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072E-3F1D-49B1-8428-DA10503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01001-D35B-4791-81FE-183E830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0FDF0-58E7-48A9-B5A0-A831F4C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Elite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6C385-4957-4B71-BA64-97BF85B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複数役割。部位破壊と連携崩し。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22A7E-3BA1-4959-A0BC-6F45E9E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83C45-E8B5-4030-8B69-184DD00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2A614-2774-46F6-B6CA-D0F06C3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1D777-8034-4688-BCAC-FE7812E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章の学習内容を複数フェーズで試す。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A2F75-7005-4AC2-BDF4-4612E63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4D42-FE58-4F1C-801B-F4D1C115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F34CA-2FD7-47D6-9466-8F2614F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44FAA-1FC4-49EB-BD23-31734FBC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生身／軽装甲／重装甲／盾／群体／電子。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5377C-4A4C-4D34-B3E0-D6FCB5F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0157D-0176-4C29-8612-E5C75A2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04572-9E7C-4C4B-89DB-8B7766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685114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46CC53E-84ED-4D05-A69E-3CDF92F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122D4A4-C685-4F35-95A6-D1CB924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ギミックは、新ルールを一度に一つだけ教える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C7D466C-59C3-4935-9BC5-8608FD1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B471FEA-F0D5-4967-A056-CF35A4A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34F42BB-A1A0-43B8-9EF2-18DF739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環境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浸水／有毒／寒冷／高熱／砂塵／強風／電磁／無重力。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768ACB4-407B-4C94-BFB5-D087A08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評価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C〜S。時間だけでなく救助、非致死、証拠、護衛状態を使用。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7E7DFCBA-E077-42A2-B12E-58930F8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226BB1F2-7E6F-4677-AF17-1B3F1BA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2357123-55F4-46DD-92D4-0F02B0C1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39B0A10-56D4-47E5-942D-7B3B1BA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任務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撃破／到達／護衛／防衛／救出／回収／追跡／装置停止。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2FCD7FF-195F-4F36-9D91-2CD3F81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6E410832-FD56-4BD0-B5B9-9F9F759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STAGE RULE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推奨装備がなくても、現地装置か代替ルートでクリア可能。ボス前チェックポイントから再戦30秒以内。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3A1A5-2BD0-4AE1-863C-D3F0151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93DAA-3FEE-4357-BA0A-6706A38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086B5-EC37-4C2A-A172-D8BBEDE4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8390589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F55BC-A51C-403F-ABC8-30AE43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10フィールドが、20章の学習曲線を地形で記憶させる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0179-B956-4942-84CD-CA6ADC8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原則1ステージ1マップ。目標は10×10＝100だが、品質不足時は数を削減する。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1D5D4-A053-4DC0-80EB-2A6C2B8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7FAA-4AD6-4116-A08B-F477145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DE816-B5C4-4B85-B9BE-D70B9ED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産業／旧首都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61B72-9452-4BF7-B63E-8209CAE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試験・初仕事・病院・廃墟。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C83A1-1D41-44D3-9CFC-45462C5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D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10E0B-F3D7-4F2F-9B94-587960E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4DC8-9C25-43E1-A20A-4B4C48E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湾岸／山岳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932F8-AEB5-42F7-A663-F300D4A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地下物流・港湾偽装・雪・通信。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91415-0694-4F54-A8D8-88C1594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EF6BF-285C-4A5F-A968-49410F0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3B34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B34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A0F0B-4554-4C01-B9CB-2BAD501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砂漠／封鎖都市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ECFBC-F7CE-4B45-8B44-074878E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高熱・K1喪失・逃亡・本社防衛。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9DA91-9721-438F-A701-16E39B3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BDB62-5D1F-41F2-AD69-F9C80965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BDE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DECC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7BE6-E7A0-4459-B0C4-BE15DD0C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沿岸／企業区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0D752-DD96-415F-80D0-4799E58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共闘・空中戦・美緒救出・市民救助。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AC0F3-0BBE-4A64-8D93-D2922478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171700"/>
            <a:ext cx="21564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A7525-A0A0-4BFC-B9AA-FA37282A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514600"/>
            <a:ext cx="215646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350">
                <a:solidFill>
                  <a:srgbClr val="E5484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3639E-5CC1-4C0F-8B9C-985446E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914650"/>
            <a:ext cx="215646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地下網／中枢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7F2DD-41BA-46F4-9695-704E0C39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695700"/>
            <a:ext cx="215646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物流停止・五都市・K系統・アーク。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3DB36-3832-4B87-9D12-DB022FF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C4B50-5B25-422B-9752-85CEF70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66F7B-9D3E-489D-9ECC-AEF80EB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803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36D5F2F-BEAB-4F25-89AC-7077704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410F1BF-4D31-471D-A5A0-9B84363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フィールド1〜5：日常から環境戦へ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9CF8A7F-0E01-446A-8636-3B36364E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前半は操作・物流・環境装備の意味を段階的に増やす。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中央産業帯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1–2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訓練ゲート／高架道路／夕方の橙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旧首都区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3–4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民間人／車両／廃墟／暗所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潮境湾岸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5–6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浸水／ガス／列車／港湾警報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白峰山岳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7–8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寒冷／吹雪／狙撃／ジャミング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黄砂国境地帯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9–10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高熱／砂嵐／潜入／装備制限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371F2-C1E4-4EAD-A1AD-5439CE7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B82E-6599-40FB-872C-7B32753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890FC-AC6A-47CA-9FEC-5176113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448026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DC1C06-3FA5-469B-9611-8578A9E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FFD22F8-BCBB-4D23-AC51-A24D85D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フィールド6〜10：会社を守り、世界の中枢へ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D9990E0-998A-490C-BBBF-30EA3B9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後半は共闘・救助・過去全ルールの総復習へ広げる。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476500"/>
                <a:gridCol w="1143000"/>
                <a:gridCol w="7019925"/>
              </a:tblGrid>
              <a:tr h="65543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フィールド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固有ギミック／視覚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封鎖旧首都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11–12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非致死／同行／本社防衛／夜の橙窓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蒼海沿岸戦区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13–14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潮位／味方指示／高高度／重力回転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神楽企業自治区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15–16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生体認証／同行ハック／救助／偽映像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BLACK RAIL地下網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17–18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列車分岐／複合環境／五都市命令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ORPHEUS中枢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19–20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K2〜K8／海上アーク／無重力／最終配送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18CEF-0562-4762-858F-2391E4E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43067-8B4E-48CB-8546-A1A5E5E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F1BBA-4D13-460F-BBBF-3B05BA8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2599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A128-D09B-479A-B22A-8D134FE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本社ハブは、15人の『帰る場所』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C77A-2DA2-4479-BE1D-3515F4A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ACDF-17E8-4FA6-956B-79D177B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PHYSICAL 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148E6-D270-4DF2-B060-811D2CA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作戦室、格納庫、倉庫、医務、通信、食堂、訓練
• 任務後の反省会と人物会話
• 第12章で日常空間そのものが戦場になる
• 機能と人物は一対一に固定せず、複数担当を許す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CA99-DCC2-487A-B35B-0C3F2C2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QUICK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BBF11-D740-410F-AA13-ADE9426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任務選択、装備、強化、倉庫、店、図鑑
• 証拠ボードと章終了要約
• 敗北後は装備・難易度・敵情報へ直接移動
• 佐伯 澪／神楽 美緒は姓込みで表示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CA852-3BD0-4947-B429-B57FAA30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1AE00-F425-4EAB-8AE0-99028E0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B85FA-289D-4F3E-83BB-C538348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68467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3B34CBD-ED3F-4074-B6BB-4EE6CA3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D0F3DD-3F74-4D07-8380-F0F7B1F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指揮・情報班は、現場の選択肢を増やす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9A20CEB-B344-4AD6-94B8-20FE3DF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3C7423B-6C7F-46BE-A9BB-BD96D68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EAE0AB1-DA5D-4B2A-99CA-DA4A20E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情報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天城 ナナ：衛星・ドローン。荻原 真理：証拠・法務。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376AD00-B175-4451-9B53-DAAB208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通信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戸塚 エマ：ジャミング対策とLARK解析。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7BDD8B6-9108-4A0C-9201-8E90540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795620E-6ECE-4E4E-A75C-6EB2597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CF16D77-6D47-4897-B7E9-44A8541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A10B378-2851-4A73-9B64-D2D696F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指揮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高城 梓：代表・作戦指揮。御厨 蓮：戦術オペレーター。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4DC9B78-808B-4D7A-8FD3-4069EB1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797A6-1CD4-492A-ADA0-230A440A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人物＝社内機能＝物語上の決断を結ぶ。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F8A0A-6B94-48F6-8C41-4941D70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84DCC-D575-4BE9-B040-BBFA2B6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92D2-62A0-4D64-ABAA-CC9BDA0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1151676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735C35-745F-46C3-B00C-CCDA92B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03F3F0-CAC2-432C-B582-34A32CF5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現場班は、倒す・守る・帰るを役割で分担する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7D2CC8D-9ECC-4B8B-88C1-3532F6C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595AA80-7730-43FD-868F-D042DCC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D9F06B-4CB6-4FBD-B86B-5698E26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守護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辰巳／伊吹：重装防衛、衛生・救助・非致死。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7D41256-EFFC-4EE7-AD83-5E13F3B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支援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佐伯 澪／劉 星河：精密射撃、航空・回収。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6CB66B36-706F-4D9F-8DD0-75F500B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4F51D04-10BB-4F41-9A70-98341FD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D1E320D-9FE5-490E-93BE-E27CE26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C88742-3FCE-42A0-AB1F-9D0592F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前線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山田／黒瀬／神谷：汎用判断、偵察、高速強襲。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3667B76-8FC9-4EB2-A925-BB2B538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4C3BBFA7-1446-4201-84EE-17C196A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山田は第13章以降、各専門を束ねる現場リーダーとなる。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5A6A9-EB9A-40F1-9C5A-303AA9D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65213-0AA7-4686-8E4A-C305269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4E5D-1D10-46B2-A30B-790CEE5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958357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BC6901-DFCA-4D87-A3CA-F0D9849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6A3CC4-A115-41FD-B4F7-96FF5EA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整備・兵站・地域班が、戦う理由と継続性を作る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CE89A99-D4D2-46A7-8957-1A138AE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52ECD8C6-15A7-455D-826E-A39DE9C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315B5E7-2A56-4806-8481-246053C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兵站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森川 直：倉庫、輸送車、補給、ショップ。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7A5AA0-B23A-4D38-B2E4-B697CE4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地域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小野寺 悠：依頼受付、評判、交渉、停戦。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E4FC722-948A-46E4-A747-3D19FB4E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BC9F20A-30A3-4BFF-84E6-1017B39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9F09F54-B194-4E10-8A0B-612E598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FCFC27-9F0A-4EE8-BE4E-D202F7F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整備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火野 薫：K1整備、武器強化、装備鑑定。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DA926484-D739-4BF3-9139-C6F4D44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03044EC-B373-45E6-ADE4-229C83F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YTC PEOPLE / 03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装備、在庫、依頼人の信頼を同じ会社の仕事として扱う。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C30-1350-4566-B2EB-5A3CAA4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3120-D04E-4FD6-AAE2-7B96FBD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79719-AD51-4C26-8866-724FB156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42188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E83453-424A-480C-BE81-1D5BEED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29677E-7215-4737-851F-5B17E10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難易度とアシストは、物語・報酬を奪わない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55592FA-C449-45C9-93A5-680FEEF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プレイヤーが判断へ集中できるよう、挑戦強度と情報支援を分離する。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115425"/>
              </a:tblGrid>
              <a:tr h="56179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仕様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難易度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Story／Standard／Veteran／ORPHEUS。物語・装備・結末の制限なし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入力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全入力変更、主要PCコントローラー、現在デバイス表示へ自動切替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視覚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色覚設定、任意色、揺れ・点滅・ブラー調整、色＋形＋音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字幕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サイズ、話者名、背景濃度。画像へ文字を焼き込まない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操作支援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照準吸着、近接自動振向き、予告延長、長押し代替、落下軽減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速度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171C"/>
                          </a:solidFill>
                        </a:rPr>
                        <a:t>オフライン80%。ポーズは完全停止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A976-6E03-454B-9CFD-FEFFE56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94D99-9FDD-43B9-A829-A4B0DE1F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790DC-71F1-46DA-AB98-5BAB819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045650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C19D8-BF57-4AD0-816D-527A023B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失敗は学習を戻さず、重要品と次の判断を守る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B48E6-0842-4D2C-A64A-795908E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72CD-B9F3-41A4-96A0-3F183EB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SAVE /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367C-D303-4B77-9C4F-8F34FCD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オート1、手動3、チェックポイント一時保存
• 戦闘中はオートセーブしない
• 原子的保存＋前回正常データ1世代
• 落下・挟まり・護衛停止から復帰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905500" y="1476375"/>
            <a:ext cx="9525" cy="447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0CE8B-D18F-464F-BC7D-58524A6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FAILURE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9CF3-714E-4880-BEB9-FCBED8A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証拠・Signature・物語必須品は失わない
• 素材50%とチェックポイントまでの証拠を保持
• 第3章のみ専用の追跡決着。通常敗北と区別
• ボス再戦まで30秒以内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3309-B842-43D5-9C93-D98004A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53CF-97B8-4CB6-B155-3C1C374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B940-5A2B-47E9-AAAB-91E8AD1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2020257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F9ACB4-00AC-4056-AB98-6B4C27F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496533-1D1F-4B2C-A9EF-7F2578B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機能要件：コア操作・戦闘・任務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E6D2D5E-789F-445D-A2DE-5718A5B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FR-01〜FR-10。詳細は技術責任者のデータ定義へ引き渡す。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905000"/>
                <a:gridCol w="84486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左右・限定奥行き、ジャンプ、飛行、回避、落下復帰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射撃、近接、強攻撃、照準、ガード、リロード、即時切替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シールド→アーマー→HP、エネルギー、熱、Down、Retry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射撃1・近接1、弾薬MOD、Lv1–10、品質5、改造3系統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K1部位、補助枠、装備コスト、プリセット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成長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ランク30、4スキル系統、K1 Stage、無料振り直し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敵AI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認識、射線、距離、連携、警報、部位、スタッガー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撃破、到達、護衛、防衛、救出、回収、追跡、停止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FR-09/10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ステージ・環境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2.5D、車両、列車、潮位、重力、寒冷、高熱、電磁等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A45CA-AF8B-43AB-8E58-B7FD7B2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F8BD-8BBB-4F03-8FA7-4DCA6C5F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6DFB3-DA1E-4ED8-B7C6-BE4469E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0968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83037E-0315-4836-BE3E-194752B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B93049D-F6FC-404D-B822-8CDA9D3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機能要件：進行とUI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3649A81-905E-4D6F-B355-45F2B81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FR-11〜FR-21。オンライン協力は将来スコープ。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95500"/>
                <a:gridCol w="8258175"/>
              </a:tblGrid>
              <a:tr h="39325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戦利品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通貨、素材、消耗品、装備、情報、証拠の取得・処理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証拠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売却不可、証拠ボード、自動接続、会話・章解放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任務、装備、強化、倉庫、店、会話、訓練、図鑑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進行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20章、10フィールド、100ステージ目標、記録再生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FR-15/16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難易度・評価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4難易度、C〜S、救助・非致死・証拠・護衛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オート1、手動3、一時保存、設定・証拠・会話を保持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FR-18/19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UI・アクセシビリティ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優先HUD、予告、環境、全入力、字幕、速度</a:t>
                      </a:r>
                    </a:p>
                  </a:txBody>
                  <a:tcPr marL="91440" marR="91440" marT="45720" marB="45720"/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オフライン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本編、装備、セーブ、New Game+をサーバーなしで利用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932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FR-21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将来協力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1〜4人、個別ドロップ、蘇生、AI代替、5分再接続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F0EA-984C-49FF-BD76-C86C437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49BD1-D373-4099-A808-6B0F27B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FE06-EF8F-40F8-AC2B-E1047A5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745627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C471F33-4ED6-4B79-AAFB-72FEE38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55CD9D-D4D9-421B-8587-1CF27E6C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想定技術は、100ステージをデータと再利用部品で支える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E351FA3D-D0E1-4294-A174-FEFE0E9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DF4BFAC9-630B-4DC7-B088-CE7F0E6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41803CF-835C-42D7-AE62-AC6F9DD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Content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Blueprint：ギミック、演出、会話、敵・ボス調整。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14DA806-0C54-43FC-98AF-9C3ED01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Presentation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Animation BP／Montage、Niagara、Chaos、MetaSounds。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63753D9-621A-4A34-8C67-F567750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DEB5479-4B1A-4D36-AADE-A592594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1E385B2-D560-424E-B47C-B3A9C05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4806765-372C-47BB-AA35-8C50216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Core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C++：戦闘、セーブ、装備、進行、共通基盤。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E08EE3E-58D7-4C94-8C83-162CDA4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C549C073-0B6B-4190-8D16-8AA4A4E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TECH OWNER RECOMMENDATION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Unreal Engine 5系の安定版を開始時に固定。対象はWindows PC、3Dモデルを用いる2.5Dリアルタイムアクション。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4C92F-4652-44D1-B178-191E2CD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92291-F92E-4263-BA9C-C3896D1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2DD0E-1A79-43F6-8A3B-D6D98B4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4411098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BE91-A416-42C7-A86B-67B4EF8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360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戦闘は専用部品、状態は限定GAS、内容はデータ駆動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E54E-30F7-4BF3-B766-29878B0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A1673-C26B-49E0-9E10-4E5F4C9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39A9D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RUNTIME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6C5BC-3737-46A3-AF63-D8EDEBC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095875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移動・射撃・近接・飛行は専用コンポーネント
• GAS／Gameplay Tagsは能力値・状態異常・属性・CDへ限定
• StateTreeまたはBehavior Tree＋AI Perception
• ボスは状態機械＋部位コンポーネント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905500" y="1476375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E7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D37CC-C99B-478F-9BFE-9024F5C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DATA /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5CA2C-550F-4A27-94EF-51DDE32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4673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65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Primary Data Asset／Data Table
• 永続ID、表示名、ローカライズキー、個体GUIDを分離
• 武器・敵・装備・任務・会話・ドロップをデータ化
• ID、参照、解放章、報酬の自動検査をビルド条件へ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661A-D5EB-4729-93A5-3855E968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4969B-77C7-41A9-B2FA-676F998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101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320"/>
              </a:spcAft>
              <a:buNone/>
              <a:defRPr sz="1425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『学習AI』は機械学習でなく、可視化可能な有限ルール式。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7A7C7-C318-4D13-9BDD-A04F994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4568-51A2-4B79-88E7-033E2916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97A4D-2571-4DB2-B438-E3F31E81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690700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799A29-EA16-45CF-B1A6-20C3CBE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E1AD8AC-7629-45A2-B8DD-CC3347A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非機能要件：性能と信頼性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14262A4-4DB4-4C88-AB0D-FC7F9E9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暫定目標。フレーム依存を排除し、オフライン本編を壊さない。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基準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Windows PC、1920×1080。推奨60fps／16.7ms、最低30fps／33.3ms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非依存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攻撃、回避無敵、AI思考、継続ダメージをフレーム数へ依存させない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負荷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敵・弾・ドロップ・VFXをプール。CPU/GPU/メモリ予算はP1で固定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ロード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推奨SSD：初回15秒以内、チェックポイント再開5秒以内（暫定）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セーブ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原子的保存、1世代バックアップ、スキーマ版と移行処理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復旧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落下・挟まり・護衛停止・進行不能から共通復帰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耐久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P2以降、4時間連続プレイを定例試験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A18DD-B7D4-4129-A3F3-405AFE6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4147-A627-4FDC-95D8-802A707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9A550-D028-4D32-9757-16EB2D5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8492671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C205778-EB44-4B4C-9AB5-1C5E712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16FA4E-96C3-4D60-86E6-80891CC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非機能要件：操作と保守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4908B68-9E5F-4AD8-8F70-07B8D4D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本編はテレメトリなしでも完全動作。収集時は匿名・任意・目的明示。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9020175"/>
              </a:tblGrid>
              <a:tr h="49157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要求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操作性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KBM／コントローラー、全再割当、デバイス自動表示、完全ポーズ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色＋形＋アイコン＋音、画面外攻撃2種警告、ウルトラワイド安全域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保守性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マスターデータをコード直書きしない。セーブ済みIDは改名しない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拡張性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P3で原則コード追加なしに新ステージを組める再利用部品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テスト性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数式・ID・解放・セーブ移行・30/60fps・全ステージを自動検査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言語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日本語原文＋英語想定。日本語幅1.5倍でもUIを破綻させない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プライバシー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匿名の開始・成功・失敗・離脱等のみ。会話や個人ファイルは収集しない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5479-3DED-4D80-9BEF-F6F87CC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53330-C9FF-4855-AAAA-738BF01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323E-341B-4232-A74D-5A25F2B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1822145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6B913E6-899F-4F53-BF69-3A8E147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172C7DE-D3AF-4F61-A147-2A968B9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P0〜P2で、楽しさから製品ループまでを順に証明する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3C730F9-7B95-482E-AA20-77CA08E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2830001-CEF1-407B-82BE-50981EA3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7ABAF5-737E-427B-9C04-9D0B51AD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74BBEDB-4C28-4226-BAC8-C7D1540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P0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007D2F1-AF9E-4B6F-84AD-8D73809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P1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560F34-4098-48D2-93C8-B185C4E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P2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5C7B83D-6507-4A18-A5FE-0DC799C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バーティカルスライス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第1章01〜05、K1、K11、VS-01、ゴライアスT、HUD、カメラ。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819A49B-32A1-42AE-B377-5F32C07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戦闘プロトタイプ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一対一。移動・飛行・射撃・近接・切替・敵距離維持。30/60fps一致。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74BCEA2-AFD2-4FAD-8929-64FF6D64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コアループ完成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第1〜2章、ドロップ、帰還、強化、売却、証拠、護衛、セーブ。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4D9CC-9BD5-422B-8D97-08988B1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14D75-0A79-47D5-A953-D5CA505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F1DA-3417-4808-9583-84AC067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7612766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42E6D5-1368-4B33-A2C4-0746EDD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926A3E5-CB37-43E8-B144-844F7E6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P3〜P5で、量産・本編完成・将来協力を分離する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1459337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52304C7-873D-4262-BB45-91C9384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EAA9F15-8560-4B63-A915-BC75AB6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EFDDA9-2526-466C-8376-985EF4E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A9F29FF-FD7D-4924-A8FC-7687758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P3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9294D2-F1B2-46CB-863B-D1AE9FF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9A9DB"/>
                </a:solidFill>
                <a:latin typeface="Yu Gothic"/>
                <a:ea typeface="Yu Gothic"/>
                <a:cs typeface="Yu Gothic"/>
              </a:rPr>
              <a:t>P4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54BD963-5047-4E90-9540-163A085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4848"/>
                </a:solidFill>
                <a:latin typeface="Yu Gothic"/>
                <a:ea typeface="Yu Gothic"/>
                <a:cs typeface="Yu Gothic"/>
              </a:rPr>
              <a:t>P5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939CF3-575C-4621-B275-755D9B1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本編完成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全20章・10フィールド。品質不足時はステージ数を削減。オフライン完結。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D54E33B-2A3F-4DD3-97D1-1E8D25B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生産可能状態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フィールド1〜3、共通AI・環境・ギミック、データ駆動、自動検証。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301993E-59FB-49B4-ADFA-67B6338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将来機能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1〜4人協力、追加短編・フィールド、家庭用。PvPは対象外。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FD6DA-C908-47F2-A765-0837BEA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E83EF-4D98-401C-805D-EDBBFF8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F3BB4-5171-40AB-ACDF-AF0ABA5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3652062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5C61BD-3F66-43C0-A1E1-B2E0F26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5E3885-A8E4-459C-8F75-6D947A5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主要リスクは、P0〜P3の検証順で減らす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DC93931-0D5E-4FEB-9174-65A33EB8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物量より先に、戦闘・飛行・数式・データの破綻を止める。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143250"/>
                <a:gridCol w="5400675"/>
              </a:tblGrid>
              <a:tr h="49157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リスク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影響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対策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2.5D＋飛行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飛び越し／画面外被弾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移動平面、対空AI、境界、警告をP0で検証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射撃のみ最適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近接ピラー崩壊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装甲破壊、弾薬、距離別ログで比較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近接の理不尽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離脱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予告、キャンセル、ヒットボックス、30/60fps比較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資源競合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飛行・ビーム・盾が使えない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消費ログとビルド別シミュレーター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100ステージ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反復・納期・品質低下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再利用部品、品質ゲート、必要なら削減</a:t>
                      </a:r>
                    </a:p>
                  </a:txBody>
                  <a:tcPr marL="91440" marR="91440" marT="45720" marB="45720"/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数式・ID矛盾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入手不能・進行不能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P0前仕様ゲート＋自動検証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9157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将来オンライン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本編遅延・セーブ侵食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171C"/>
                          </a:solidFill>
                        </a:rPr>
                        <a:t>P5隔離、オフラインへ依存させない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0CEB4-7C99-4B7D-A0FE-6A8DB62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A5205-7F5D-46F8-8BD5-8E0781E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22DFA-E94A-4456-9457-FA1672E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5877232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B8E0A9C-BBE9-4D96-8667-71C4738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575992-571D-4680-87CB-774520A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P0着手前に閉じる、優先度・高の仕様ゲート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3E231FA-F148-4851-B21F-D7E654C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決定待ちを確定仕様として実装しない。責任者ごとに閉じる。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619750"/>
                <a:gridCol w="4067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責任者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ブロッカー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完了条件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技術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STAT150式／DPS帯／Penetration／刺突／部位倍率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計算表・ゲーム・テストが同じ結果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技術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ITM接頭辞／装備・消耗品参照／組織ID・勢力ID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単一スキーマと移行規則を承認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技術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K1コスト／環境枠／ソロ蘇生／JET_EFF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名称・値方向・上限・初期数を定義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共同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ロケット／電撃／フレア／LARK解放時期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章別アンロック表を単一正典化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制作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第18章第五都市／第19章K7・報酬／第3章決着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本資料の決定を章資料へ反映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校正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参照パス／誤字／表記／相互参照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全変更後に章・敵・報酬・IDを再監査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C58BF-4D6E-4823-A823-1A4D817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E7077-A294-4357-B23E-3F6BEB68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6504-A885-4EA1-8507-FFD733A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2276046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238993D-F03A-483F-954D-5D9D377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1ABFC85-4F58-476C-8322-5B76791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決定権を守り、統合スライドから制作へ移る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923FA6B-FAE8-46B4-A4A6-61E86C2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専門判断を上書きせず、依存関係を明示して進める。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5019675"/>
              </a:tblGrid>
              <a:tr h="6554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最終責任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次の行動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プロデューサー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世界観・設定・シナリオ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物語決定を01_StoryとINDEXへ反映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デザインマネージャー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アート・UI・演出・可読性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色＋形＋音、HUD、敵味方識別を画面仕様化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技術責任者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機能・非機能・数式・データ・技術方式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Gate 0の計算・ID・セーブ・性能を確定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マネージャー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横断進捗・依存・統一性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P0〜P5の完了条件と変更管理を運用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校正者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正確性・参照・破綻の検証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2171C"/>
                          </a:solidFill>
                        </a:rPr>
                        <a:t>反映後の全資料を再監査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0D71C-2BEB-43A9-85F8-4127DAE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569B1-DDF9-4819-AB30-E4C9766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C36F9-50C2-4341-8DF5-59DFAA3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9393987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825D5D0-103F-487C-8CB9-01D4CC7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8869F7-F853-48BF-9728-E848E8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付録：第1〜5章の敵とステージギミック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C15288C-3D9C-4943-A01B-D036CDA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 笑顔の試験機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訓練ドローン／ゴライアスT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訓練ゲート、落下復帰、射撃→近接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 間違った口径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赤錆／ガンゾ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輸送耐久、道路封鎖、対機甲弾警告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 静かな病棟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灰鐘／逃走装甲車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民間人、非武装、車両追跡、初回決着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4 誰もいない救出地点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灰鐘／ブルータス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崩れる床、暗所、発電機、装甲剥離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 地下に残る声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地下漁り／モール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水位、ガス、列車、壁破壊誘導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69EB-86FE-44A4-9367-EBF0FE6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A92E5-7678-4894-947D-0E7A14E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29197-C11F-4694-A999-BADE78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98991846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8C0B9F-3F42-4F62-B671-00A5F7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F4F0CF-4985-444D-9718-3E7BBE79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付録：第6〜10章の敵とステージギミック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6B1B82B-F5B7-41A6-8F10-19597DB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6 偽旗の港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RAIL／クレイドル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警報0〜3、吊りコンテナ、貨物船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7 白い峠の運び屋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白梟／白雪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寒冷、吹雪、雪崩、走行列車、狙撃線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8 囚われ人の放送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電子戦兵／ノイズメイカー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ジャミング、アンテナ同期、四方向防衛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9 砂時計の市場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砂漠密輸兵／砂時計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高熱、流砂、潜入、部位破壊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10 鎧の値段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回収班／リポセッサー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緊急外骨格、武器一丁、K1物理解錠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8A44-F953-48A1-B870-AED7D19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C177B-2334-4A96-96A5-F2D288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FD1A-6D40-4450-B066-4FC5621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1944577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C019F37-8312-4D9B-92FB-9EA97E9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7617AD-B51B-408C-BA66-77278955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付録：第11〜15章の敵とステージギミック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F0C8E96C-37A1-4FFE-A819-A9AD8C2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11 十五人の逃亡者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治安局／ハウンド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非致死、監視、三組合流、同行支援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12 笑顔の砦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BLACK RAIL／ヴァイス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防衛設備、時間進行、救援、拘束勝利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13 昨日の競争相手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沿岸兵／ジェミニ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味方競争、潮位、号令、連携ダウン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14 壊れた光輪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HALO警備／セラフ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高高度、補給リング、電磁雲、重力回転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 令嬢ではなく技術者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神楽警備／ヘルツ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生体認証、同行ハック、入力傾向カウンター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EE399-BDF9-430C-B6D3-126D930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1A70F-A99A-44B5-B86E-FF3C1DD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912E-6636-4644-B886-1BD7AEF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3580869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713171C-367C-4AA9-BDF5-C237D95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7114EB-2A72-4ADA-81BC-C9701D8D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付録：第16〜20章の敵とステージギミック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9F79343-4C3A-4B10-BC49-DE3782A8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章ごとの敵・ボス・ギミックを、学習内容と物語上の役割に結び付ける。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238500"/>
                <a:gridCol w="5305425"/>
              </a:tblGrid>
              <a:tr h="6554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章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主な敵／ボス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主なギミック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16 誰に笑顔を届けるのか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ORPHEUS無人機／クワイア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救助、偽救難、暫定LARKスキャン、群体分断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17 黒い線路の終点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混成兵／コンダクター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列車間移動、分岐、三ルート、証拠保護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18 買い手のいない戦争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侵食友軍／五つの声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五都市、複合環境、時間評価、LARK救済</a:t>
                      </a:r>
                    </a:p>
                  </a:txBody>
                  <a:tcPr marL="91440" marR="91440" marT="45720" marB="45720"/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19 Kの系譜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K2〜K8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能力別試験、K7指揮、証拠投降、装備読取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5543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20 明日を届ける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クワイア／KΩ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15人支援、地上・飛行・無重力、停止鍵配送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7B4B-D6D2-4BB4-B46C-C3205B8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ED1F9-E8EB-4619-A9B7-9C50812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73DFB-4E40-48A6-8708-239827A6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75082365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5BCD7B-5F99-47F0-AA1F-3D55DB9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24B00B-A728-4F6A-A8C6-3BA8BB7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付録：武器・装備・アイテムの成長体系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F7B34CF-2104-4DEA-97D6-856A887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詳細数値は04〜08資料。数式・上限はGate 0後に再計算。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857750"/>
                <a:gridCol w="4448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体系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運用原則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射撃武器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AR／BR／SMG／SG／DMR／SR／LMG／GL／RL／Beam／Rail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距離・装甲・資源で差別化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近接武器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Sword／Blade／Spear／Knife／Pile／Gauntlet／Wire／Beam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実体長・予告・接近リスク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弾薬MOD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通常／徹甲／焼夷／電撃／非致死等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任務中の役割変更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装備品質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5段階、Lv1〜10、ランダム特性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厳選疲れを検索・保護・天井で抑制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武器改造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3系統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万能化でなくプレイスタイル選択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ドロップ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通貨／素材／消耗品／装備／情報／証拠／収集品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重要品は売却・分解・紛失不可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3629-9E4F-494D-8BB4-09EDA8C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3F1B4-B6C2-4D63-91D9-995F88D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6589-5176-44A0-A8B8-E4B407B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16829183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D902636-A080-4167-B630-F563A1C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78EB831-C6F3-470D-9B48-091AF94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付録：ステータスとデータ管理の正典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69A41723-07CC-47F4-A16A-3C4B33DC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REFERENCE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表示名、内部ID、個体GUID、勢力、組織を分離する。</a:t>
            </a:r>
          </a:p>
        </p:txBody>
      </p:sp>
      <p:graphicFrame>
        <p:nvGraphicFramePr>
          <p:cNvPr id="1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72000"/>
                <a:gridCol w="4829175"/>
              </a:tblGrid>
              <a:tr h="5617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代表値／ID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注意</a:t>
                      </a:r>
                    </a:p>
                  </a:txBody>
                  <a:tcPr marL="91440" marR="91440" marT="45720" marB="45720">
                    <a:solidFill>
                      <a:srgbClr val="12171C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生存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HP／Armor／Shield／Stability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回復順・破壊・Downを分離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行動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Energy／Heat／Move／Jet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効率と消費量の名称方向を統一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攻撃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Power／Crit／Penetration／Armor Break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上限・刺突・部位倍率をGate 0で固定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耐性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Ballistic／Vibration／Blast／Electric／Beam等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敵防御タイプと一対で管理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WPN／EQP／EN／BOSS／CH／FLD等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アイテム接頭辞競合を一本化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勢力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ORG_* と FAC_*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171C"/>
                          </a:solidFill>
                        </a:rPr>
                        <a:t>組織と戦闘判定を別テーブル化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182F-85EC-471F-B4B8-3062EC0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D072A-8C04-4B36-B04D-28EC803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497F7-8412-4AB7-8E9E-6BD62AA6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6612256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70FE-EC7C-4E9A-8FDE-DEA0650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500">
                <a:solidFill>
                  <a:srgbClr val="F28C2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PRODUCER FINAL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990EA-BFBF-4368-89D4-8647799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715625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4350">
                <a:solidFill>
                  <a:srgbClr val="12171C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2171C"/>
                </a:solidFill>
                <a:latin typeface="Yu Gothic"/>
                <a:ea typeface="Yu Gothic"/>
                <a:cs typeface="Yu Gothic"/>
              </a:rPr>
              <a:t>止めるのは機械。
守るのは、決める権利。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EDE4F-892F-47F6-911B-B2A385A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2973-FC29-48B6-83CE-81BBC9D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80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次の正式ゲートは、物語決定の正典反映と、技術責任者による数式・ID・装備枠・セーブ・性能予算の承認。その後P0へ進む。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CEAE-905B-4CBA-8E6C-EA6495C0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YTC: Deliver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8EEF9-0F75-49C7-A615-03AF273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320"/>
              </a:spcAft>
              <a:buNone/>
              <a:defRPr sz="1125">
                <a:solidFill>
                  <a:srgbClr val="5D67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770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B50C-194E-4E3B-A8C8-9D810D5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</p:spPr>
      </p:sp>
    </p:spTree>
    <p:extLst>
      <p:ext uri="{BB962C8B-B14F-4D97-AF65-F5344CB8AC3E}">
        <p14:creationId xmlns:p14="http://schemas.microsoft.com/office/powerpoint/2010/main" val="710768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2026-08-19T13:43:25.0950000Z</dcterms:created>
  <dcterms:modified xsi:type="dcterms:W3CDTF">2026-08-19T13:43:25.0950000Z</dcterms:modified>
</coreProperties>
</file>