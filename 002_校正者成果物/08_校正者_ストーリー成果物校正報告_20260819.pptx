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6c34dc276d4a3a" /><Relationship Type="http://schemas.openxmlformats.org/officeDocument/2006/relationships/extended-properties" Target="/docProps/app.xml" Id="R01a9e801170d4e74" /><Relationship Type="http://schemas.openxmlformats.org/officeDocument/2006/relationships/officeDocument" Target="/ppt/presentation.xml" Id="R88337c24dae1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7a7d90fbc648e4"/>
  </p:sldMasterIdLst>
  <p:notesMasterIdLst>
    <p:notesMasterId xmlns:r="http://schemas.openxmlformats.org/officeDocument/2006/relationships" r:id="Rbc860cf44a684ecd"/>
  </p:notesMasterIdLst>
  <p:sldIdLst>
    <p:sldId xmlns:r="http://schemas.openxmlformats.org/officeDocument/2006/relationships" id="256" r:id="R2f746b54f82e4375"/>
    <p:sldId xmlns:r="http://schemas.openxmlformats.org/officeDocument/2006/relationships" id="257" r:id="R67ab1068dc144413"/>
    <p:sldId xmlns:r="http://schemas.openxmlformats.org/officeDocument/2006/relationships" id="258" r:id="R2c83256695934520"/>
    <p:sldId xmlns:r="http://schemas.openxmlformats.org/officeDocument/2006/relationships" id="259" r:id="R7329ac8be53546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060ba9397044a9" /><Relationship Type="http://schemas.openxmlformats.org/officeDocument/2006/relationships/slideMaster" Target="/ppt/slideMasters/slideMaster1.xml" Id="R0a7a7d90fbc648e4" /><Relationship Type="http://schemas.openxmlformats.org/officeDocument/2006/relationships/notesMaster" Target="/ppt/notesMasters/notesMaster1.xml" Id="Rbc860cf44a684ecd" /><Relationship Type="http://schemas.openxmlformats.org/officeDocument/2006/relationships/presProps" Target="/ppt/presProps.xml" Id="R4eade9225a514658" /><Relationship Type="http://schemas.openxmlformats.org/officeDocument/2006/relationships/tableStyles" Target="/ppt/tableStyles.xml" Id="R526eb788c405491a" /><Relationship Type="http://schemas.openxmlformats.org/officeDocument/2006/relationships/slide" Target="/ppt/slides/slide1.xml" Id="R2f746b54f82e4375" /><Relationship Type="http://schemas.openxmlformats.org/officeDocument/2006/relationships/slide" Target="/ppt/slides/slide2.xml" Id="R67ab1068dc144413" /><Relationship Type="http://schemas.openxmlformats.org/officeDocument/2006/relationships/slide" Target="/ppt/slides/slide3.xml" Id="R2c83256695934520" /><Relationship Type="http://schemas.openxmlformats.org/officeDocument/2006/relationships/slide" Target="/ppt/slides/slide4.xml" Id="R7329ac8be53546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84a5e1a5d4f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828fd102d641fb" /><Relationship Type="http://schemas.openxmlformats.org/officeDocument/2006/relationships/notesMaster" Target="/ppt/notesMasters/notesMaster1.xml" Id="Rf3cb6051483c49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1132d13b8f4297" /><Relationship Type="http://schemas.openxmlformats.org/officeDocument/2006/relationships/notesMaster" Target="/ppt/notesMasters/notesMaster1.xml" Id="R6f542d8c6560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d8fa603fcb495c" /><Relationship Type="http://schemas.openxmlformats.org/officeDocument/2006/relationships/notesMaster" Target="/ppt/notesMasters/notesMaster1.xml" Id="Rdb0721df54d0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38895b6c4748b0" /><Relationship Type="http://schemas.openxmlformats.org/officeDocument/2006/relationships/notesMaster" Target="/ppt/notesMasters/notesMaster1.xml" Id="Rea23d3a4f0dd4d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D:/05_codex/02_game/002_緊急タスク成果物/07_ストーリー作成者_ストーリー設定確定案.pptx</a:t>
            </a:r>
          </a:p>
          <a:p xmlns:a="http://schemas.openxmlformats.org/drawingml/2006/main">
            <a:r>
              <a:t>D:/05_codex/02_game/000_エージェント共有読み物/01_タスク.txt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D:/05_codex/02_game/001_設定資料/00_INDEX.md</a:t>
            </a:r>
          </a:p>
          <a:p xmlns:a="http://schemas.openxmlformats.org/drawingml/2006/main">
            <a:r>
              <a:t>D:/05_codex/02_game/001_設定資料/01_Story_20_Chapters.md</a:t>
            </a:r>
          </a:p>
          <a:p xmlns:a="http://schemas.openxmlformats.org/drawingml/2006/main">
            <a:r>
              <a:t>D:/05_codex/02_game/001_設定資料/02_Characters.md</a:t>
            </a:r>
          </a:p>
          <a:p xmlns:a="http://schemas.openxmlformats.org/drawingml/2006/main">
            <a:r>
              <a:t>D:/05_codex/02_game/001_設定資料/03_Enemies_and_Encounters.md</a:t>
            </a:r>
          </a:p>
          <a:p xmlns:a="http://schemas.openxmlformats.org/drawingml/2006/main">
            <a:r>
              <a:t>D:/05_codex/02_game/001_設定資料/09_Game_Rules.md</a:t>
            </a:r>
          </a:p>
          <a:p xmlns:a="http://schemas.openxmlformats.org/drawingml/2006/main">
            <a:r>
              <a:t>D:/05_codex/02_game/001_設定資料/10_Fields.md</a:t>
            </a:r>
          </a:p>
          <a:p xmlns:a="http://schemas.openxmlformats.org/drawingml/2006/main">
            <a:r>
              <a:t>D:/05_codex/02_game/001_設定資料/12_ID_and_Terminology.md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D:/05_codex/02_game/002_緊急タスク成果物/07_ストーリー作成者_ストーリー設定確定案.pptx</a:t>
            </a:r>
          </a:p>
          <a:p xmlns:a="http://schemas.openxmlformats.org/drawingml/2006/main">
            <a:r>
              <a:t>QA: all 16 slides rendered and inspected; slides_test.py reported no overflow; 16 [Sources] blocks present.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D:/05_codex/02_game/002_緊急タスク成果物/07_ストーリー作成者_ストーリー設定確定案.pptx (slide 15)</a:t>
            </a:r>
          </a:p>
          <a:p xmlns:a="http://schemas.openxmlformats.org/drawingml/2006/main">
            <a:r>
              <a:t>D:/05_codex/02_game/001_設定資料/01_Story_20_Chapters.md</a:t>
            </a:r>
          </a:p>
          <a:p xmlns:a="http://schemas.openxmlformats.org/drawingml/2006/main">
            <a:r>
              <a:t>D:/05_codex/02_game/001_設定資料/09_Game_Rules.md</a:t>
            </a:r>
          </a:p>
          <a:p xmlns:a="http://schemas.openxmlformats.org/drawingml/2006/main">
            <a:r>
              <a:t>D:/05_codex/02_game/001_設定資料/10_Fields.md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5fbc60f7840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a0629397284bd5" /><Relationship Type="http://schemas.openxmlformats.org/officeDocument/2006/relationships/slideLayout" Target="/ppt/slideLayouts/slideLayout1.xml" Id="R4a263c570242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263c570242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6d71a8cca47d0" /><Relationship Type="http://schemas.openxmlformats.org/officeDocument/2006/relationships/notesSlide" Target="/ppt/notesSlides/notesSlide1.xml" Id="R8ca78d8fd22247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665b0e1664f61" /><Relationship Type="http://schemas.openxmlformats.org/officeDocument/2006/relationships/notesSlide" Target="/ppt/notesSlides/notesSlide2.xml" Id="Rb91c614fee364b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ca7a6da7645e8" /><Relationship Type="http://schemas.openxmlformats.org/officeDocument/2006/relationships/notesSlide" Target="/ppt/notesSlides/notesSlide3.xml" Id="R9e576cca463d43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a19de03940cb" /><Relationship Type="http://schemas.openxmlformats.org/officeDocument/2006/relationships/notesSlide" Target="/ppt/notesSlides/notesSlide4.xml" Id="R1b89feb442ad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3442471-7446-482C-95EC-AB7FC33A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ROLE 8 / PROOFREADING REPORT</a:t>
            </a:r>
          </a:p>
        </p:txBody>
      </p:sp>
      <p:sp>
        <p:nvSpPr>
          <p:cNvPr id="2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DC4608FD-8788-471D-85C3-AE8B877C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6600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校正合格</a:t>
            </a:r>
          </a:p>
        </p:txBody>
      </p:sp>
      <p:sp>
        <p:nvSpPr>
          <p:cNvPr id="3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B37751A8-CBBD-417A-B62C-99BC41C5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ストーリー設定確定案は、</a:t>
            </a:r>
          </a:p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正典・ゲームプレイ・表示品質の基準を満たす</a:t>
            </a:r>
          </a:p>
        </p:txBody>
      </p:sp>
      <p:sp>
        <p:nvSpPr>
          <p:cNvPr id="4" name="cover-summary-panel">
            <a:extLst xmlns:a="http://schemas.openxmlformats.org/drawingml/2006/main">
              <a:ext uri="{FF2B5EF4-FFF2-40B4-BE49-F238E27FC236}">
                <a16:creationId xmlns:a16="http://schemas.microsoft.com/office/drawing/2014/main" id="{85313DF1-BDC2-464D-8701-9DE1029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7241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E9DCE-825E-4629-A450-FB1912D0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判定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D5691-DE8C-40A9-8529-DBA583C9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9702D-A906-4FCC-BE31-BC524955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対象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全16スライド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修正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なし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94E92-B57F-441D-8F57-59B66A2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E5A"/>
          </a:solidFill>
          <a:ln xmlns:a="http://schemas.openxmlformats.org/drawingml/2006/main" w="0">
            <a:solidFill>
              <a:srgbClr val="1E8E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D3D95-F213-4811-9EA1-3B2ADC7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2026.08.19  |  校正者による正式精査</a:t>
            </a:r>
          </a:p>
        </p:txBody>
      </p:sp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7ADF5D9A-27BA-4688-B239-5CB1635A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5347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-2">
            <a:extLst xmlns:a="http://schemas.openxmlformats.org/drawingml/2006/main">
              <a:ext uri="{FF2B5EF4-FFF2-40B4-BE49-F238E27FC236}">
                <a16:creationId xmlns:a16="http://schemas.microsoft.com/office/drawing/2014/main" id="{423C98B0-0FA6-45CE-8858-F3FCEBBF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REVIEW SCOPE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57781A1-ECF5-4949-9302-8AD4CE36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正典とスライドを、四つの観点で突合した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83BC5-6EDA-4A72-B580-8AC8D05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C49E96D-8F33-45F2-A84F-8EE85CC9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50F4E-8AA8-4CCC-B939-979EE358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対象はストーリー資料だけでなく、ゲームルール・フィールド・敵・用語まで含む。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E9178-ABF8-4272-A7A3-92EBE1E1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4D0A9-AB13-4729-BFF8-C5F4BC53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観点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DC210-C252-44E9-8AB3-D6F8DF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AECA2-C55C-4E5A-A7D0-3DBADFE4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38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照合対象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A638B-293E-4DFD-B4BC-6A7F3028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43150"/>
            <a:ext cx="4229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5CB6B-D731-4134-8CCE-F270CEB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38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691E2-A326-490C-8393-C47F972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FCAAD-658B-452A-AAA6-4B04E79A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384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0C2C9-5DF3-4E53-A949-6C71EDEF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E2902-8E6B-415F-8414-29C165D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物語正典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31582-3599-4363-8B93-721F0FE2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54923-CFC1-4CCC-A599-E200ABA2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33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全20章・用語・結末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2D652-892A-4FA7-BB64-9DD29821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788B5-2F9A-422E-8E2F-43436A6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章番号、ORPHEUS／BLACK RAIL／LARK、最終決着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334E3-9B1F-410A-9AEB-163180C3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581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4515B-9B2A-4A95-A011-163FEFF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33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一致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A23F5-1CBB-4531-B562-B1C5A32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0AF5F-95A4-4B8D-BC41-B7C9D5C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98FF5-A19E-433A-BDF3-E5685DA5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623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5D511-F4C2-4001-9730-9ED0B254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ytc全15名・協力者・敵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67AE6-7AA6-4C68-A5ED-DBE4C6E5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AF079-9AEA-4C9A-8885-3898C6E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957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氏名、役割、生存正史、山田・美緒・真壁の対立軸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EA7736-5901-4AEB-932C-7F676D90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62350"/>
            <a:ext cx="1581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5AFE7C-5418-4D81-83C0-ED9988B9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一致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2B3A7-85E1-450B-8C8D-44DDDF01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87C26-4601-44F6-A5C3-887B0B1D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ゲーム接続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BA8324-A10B-41D6-9657-73D8E5AA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5F8C4-B261-4F6C-9A9E-8F8BEB9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57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ルール・敵・装備・フィールド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8A4FC-FA76-48FC-B3EA-82933F7C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6625B2-7859-42B4-A02E-CF8FDAA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577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解放時期、ボス、ステージ進行、証拠と報酬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1AE558-A369-46B5-873D-EC89713F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24350"/>
            <a:ext cx="1581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603A60-63C0-40AD-AA0D-379E5B7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57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一致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5A188-40B7-4F3E-A574-0CD6A4E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BEF0EB-372A-40B0-9878-5C1B840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表示品質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042426-5D37-4566-8682-7671EF5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03C7A5-FDC4-4521-AC2F-59AD2C3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全16スライド・注記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7D91A4-5928-4624-BE26-EDE95447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86350"/>
            <a:ext cx="4229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8657DD-9413-4FC0-B2C1-7FB2F61B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197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文字切れ、重なり、誤字、Sources、読み順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337C38-1B1C-420E-AD14-40A3228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86350"/>
            <a:ext cx="1581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E61986-9D4D-47BC-AE6A-55EFACEA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19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適合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DBAF59-7F6D-4C8D-AB08-6DDC9EC6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参照範囲：00_INDEX～12_ID_and_Terminology、YTC_Game_Setting_Story_v1、対象PPTX</a:t>
            </a:r>
          </a:p>
        </p:txBody>
      </p:sp>
    </p:spTree>
    <p:extLst>
      <p:ext uri="{BB962C8B-B14F-4D97-AF65-F5344CB8AC3E}">
        <p14:creationId xmlns:p14="http://schemas.microsoft.com/office/powerpoint/2010/main" val="988384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3">
            <a:extLst xmlns:a="http://schemas.openxmlformats.org/drawingml/2006/main">
              <a:ext uri="{FF2B5EF4-FFF2-40B4-BE49-F238E27FC236}">
                <a16:creationId xmlns:a16="http://schemas.microsoft.com/office/drawing/2014/main" id="{1EC145B2-761F-4492-86AE-5FA4799C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PASS EVIDENCE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53C8CBF-B303-4EE1-AF05-4DB67133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重大な矛盾・誤記・表示不良はゼロ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EB0AE-B150-4331-8ED5-2A2950EC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3FC2B06-4985-4F20-B129-78C456C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9303A-E013-45C8-A37A-CCC51687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63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5A720-4254-4657-BE31-3017344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47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9FC05-2090-4859-80C8-5F704247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章番号と因果関係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23C6D-9901-4235-9D60-2CA587DD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320AD-74B0-49A1-B5E0-A9D7C2E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63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20CCB-4BEA-437F-955D-F432331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B750B-6084-4AD9-BF0A-4D4EBF6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ytc全員の役割と生存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D0E40-55D5-4CDC-A028-01E6221E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525A0-E7F1-4D73-AC79-A2499E73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63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FB525-A461-4595-B1B1-32ACE99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DD574-1DC2-4C97-B505-B0CC552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全ページを原寸確認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A62BD-B04E-4023-A854-DEACA08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95C18-D1FE-4FD0-8320-08ECA1E1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E8E5A"/>
                </a:solidFill>
                <a:latin typeface="Yu Gothic"/>
                <a:ea typeface="Yu Gothic"/>
                <a:cs typeface="Yu Gothic"/>
              </a:defRPr>
            </a:pPr>
            <a:r>
              <a:rPr sz="6300" b="1">
                <a:solidFill>
                  <a:srgbClr val="1E8E5A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27D1F-6C40-46A6-9D9B-8EDE113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32F5B-293C-4E1D-9A60-ADBBD1A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要修正事項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CB494-ECDF-4F8A-A730-83AFD668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A20D5-C93D-4874-9D1D-7A18445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検査結果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778FC-5E67-4D7C-99BE-FF1502F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85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全16枚レンダリング済み  /  オーバーフローなし  /  Sources 16/16  /  元PPTXの修正なし</a:t>
            </a:r>
          </a:p>
        </p:txBody>
      </p:sp>
    </p:spTree>
    <p:extLst>
      <p:ext uri="{BB962C8B-B14F-4D97-AF65-F5344CB8AC3E}">
        <p14:creationId xmlns:p14="http://schemas.microsoft.com/office/powerpoint/2010/main" val="653547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4">
            <a:extLst xmlns:a="http://schemas.openxmlformats.org/drawingml/2006/main">
              <a:ext uri="{FF2B5EF4-FFF2-40B4-BE49-F238E27FC236}">
                <a16:creationId xmlns:a16="http://schemas.microsoft.com/office/drawing/2014/main" id="{27119B1E-25D6-42D4-AF2D-362EA2A7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PRODUCER HANDOFF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A7469A6-F8FF-4DF6-8911-B4280C3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校正は合格。統合前に四つの補完案を承認する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7A46-7CB7-4B8C-BAF6-36B59DE7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C971053-4DE7-441D-8AFC-1566775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97966-016D-4D26-9204-835B1B65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以下は校正不備ではなく、ストーリー成果物が明示した正典補完の意思決定事項。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DC015-0081-4B68-88AE-0712CE3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EE9BC-8922-4CEC-9AA0-7DE6C22F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08AD2-745B-4441-B38B-8440C9D2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第18章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2462E-C6A9-4410-B20A-F3C4149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五つ目の都市を「神楽企業自治区」と定義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A768F-1096-4DE8-A237-6A73DF3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B020B-3EC8-423C-96CD-AA0CBAC9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49651-44EE-4781-B5B5-1B1DC3A3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44F69-9985-49D9-AE23-A7CD330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99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第19章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B5A7C-5FD5-4036-B208-2763AC2C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第4ステージに、停止コード復元中のK7戦を明記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9BFA7-FEBB-4707-B20E-A19093FC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849A8-A87E-4C46-80B9-40DECC0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312E1-6F0B-471C-9B5C-A350073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3C4B6-5DF4-4A68-83B6-1DDD66F3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909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第13章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85262-AF6D-4061-85B9-A52EF99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「二人の隊長」を「山田とレオナ」へ明確化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A52CD-758A-4152-9B1A-6A3714FB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E35C9-7E6B-4E2C-8C86-5FCEB25B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ED539-597D-4CF4-BAF0-8101134A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8FD80-ACCF-49B3-B7B5-5374300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720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第16章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D2511-C163-4C19-B14C-2A233FF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LARKスキャンを任務限定解放し、終了後に恒常化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4C9C4-699F-48AF-9FEA-D5A14AD5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D098F-100B-4B49-B34E-0B5900F8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53300-636D-4D6F-8ECC-BE96B85D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承認後、01_Story_20_Chapters.md と関連資料を同時更新して統合する。</a:t>
            </a:r>
          </a:p>
        </p:txBody>
      </p:sp>
    </p:spTree>
    <p:extLst>
      <p:ext uri="{BB962C8B-B14F-4D97-AF65-F5344CB8AC3E}">
        <p14:creationId xmlns:p14="http://schemas.microsoft.com/office/powerpoint/2010/main" val="1147893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2026-08-19T13:53:52.5050000Z</dcterms:created>
  <dcterms:modified xsi:type="dcterms:W3CDTF">2026-08-19T13:53:52.5050000Z</dcterms:modified>
</coreProperties>
</file>