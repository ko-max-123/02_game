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30d1e81b9f242e6" /><Relationship Type="http://schemas.openxmlformats.org/officeDocument/2006/relationships/extended-properties" Target="/docProps/app.xml" Id="Rd95319367d0a418a" /><Relationship Type="http://schemas.openxmlformats.org/officeDocument/2006/relationships/officeDocument" Target="/ppt/presentation.xml" Id="R6cc75bd45b5445e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0c0e1291b0446ec"/>
  </p:sldMasterIdLst>
  <p:notesMasterIdLst>
    <p:notesMasterId xmlns:r="http://schemas.openxmlformats.org/officeDocument/2006/relationships" r:id="Rfc0e6ad84f2141ff"/>
  </p:notesMasterIdLst>
  <p:sldIdLst>
    <p:sldId xmlns:r="http://schemas.openxmlformats.org/officeDocument/2006/relationships" id="256" r:id="Re8802968d5514c0c"/>
    <p:sldId xmlns:r="http://schemas.openxmlformats.org/officeDocument/2006/relationships" id="257" r:id="R2f58a0a0153f4683"/>
    <p:sldId xmlns:r="http://schemas.openxmlformats.org/officeDocument/2006/relationships" id="258" r:id="R9ba6ba6df62e4469"/>
    <p:sldId xmlns:r="http://schemas.openxmlformats.org/officeDocument/2006/relationships" id="259" r:id="R306ff61d69f1479e"/>
    <p:sldId xmlns:r="http://schemas.openxmlformats.org/officeDocument/2006/relationships" id="260" r:id="Rda1cf033d4114012"/>
    <p:sldId xmlns:r="http://schemas.openxmlformats.org/officeDocument/2006/relationships" id="261" r:id="R05a960087dfa4c61"/>
    <p:sldId xmlns:r="http://schemas.openxmlformats.org/officeDocument/2006/relationships" id="262" r:id="R5e45b179ff7b45ed"/>
    <p:sldId xmlns:r="http://schemas.openxmlformats.org/officeDocument/2006/relationships" id="263" r:id="Rdb4a17cbde5847ac"/>
    <p:sldId xmlns:r="http://schemas.openxmlformats.org/officeDocument/2006/relationships" id="264" r:id="R04a5cd9bdae7432b"/>
    <p:sldId xmlns:r="http://schemas.openxmlformats.org/officeDocument/2006/relationships" id="265" r:id="R2e7e59291a6249ea"/>
    <p:sldId xmlns:r="http://schemas.openxmlformats.org/officeDocument/2006/relationships" id="266" r:id="Rf3daaac0082e4dfa"/>
    <p:sldId xmlns:r="http://schemas.openxmlformats.org/officeDocument/2006/relationships" id="267" r:id="Reca4dd4aaea14bc5"/>
    <p:sldId xmlns:r="http://schemas.openxmlformats.org/officeDocument/2006/relationships" id="268" r:id="Rd817b632b8994b86"/>
    <p:sldId xmlns:r="http://schemas.openxmlformats.org/officeDocument/2006/relationships" id="269" r:id="Rc82174f9ab39498c"/>
    <p:sldId xmlns:r="http://schemas.openxmlformats.org/officeDocument/2006/relationships" id="270" r:id="R93129f2900ba427d"/>
    <p:sldId xmlns:r="http://schemas.openxmlformats.org/officeDocument/2006/relationships" id="271" r:id="Ra48c96d1a91747b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b23b02e478043c3" /><Relationship Type="http://schemas.openxmlformats.org/officeDocument/2006/relationships/slideMaster" Target="/ppt/slideMasters/slideMaster1.xml" Id="R60c0e1291b0446ec" /><Relationship Type="http://schemas.openxmlformats.org/officeDocument/2006/relationships/notesMaster" Target="/ppt/notesMasters/notesMaster1.xml" Id="Rfc0e6ad84f2141ff" /><Relationship Type="http://schemas.openxmlformats.org/officeDocument/2006/relationships/presProps" Target="/ppt/presProps.xml" Id="R65a44ad21bcf4b61" /><Relationship Type="http://schemas.openxmlformats.org/officeDocument/2006/relationships/tableStyles" Target="/ppt/tableStyles.xml" Id="R4bba31c837a243f6" /><Relationship Type="http://schemas.openxmlformats.org/officeDocument/2006/relationships/slide" Target="/ppt/slides/slide1.xml" Id="Re8802968d5514c0c" /><Relationship Type="http://schemas.openxmlformats.org/officeDocument/2006/relationships/slide" Target="/ppt/slides/slide2.xml" Id="R2f58a0a0153f4683" /><Relationship Type="http://schemas.openxmlformats.org/officeDocument/2006/relationships/slide" Target="/ppt/slides/slide3.xml" Id="R9ba6ba6df62e4469" /><Relationship Type="http://schemas.openxmlformats.org/officeDocument/2006/relationships/slide" Target="/ppt/slides/slide4.xml" Id="R306ff61d69f1479e" /><Relationship Type="http://schemas.openxmlformats.org/officeDocument/2006/relationships/slide" Target="/ppt/slides/slide5.xml" Id="Rda1cf033d4114012" /><Relationship Type="http://schemas.openxmlformats.org/officeDocument/2006/relationships/slide" Target="/ppt/slides/slide6.xml" Id="R05a960087dfa4c61" /><Relationship Type="http://schemas.openxmlformats.org/officeDocument/2006/relationships/slide" Target="/ppt/slides/slide7.xml" Id="R5e45b179ff7b45ed" /><Relationship Type="http://schemas.openxmlformats.org/officeDocument/2006/relationships/slide" Target="/ppt/slides/slide8.xml" Id="Rdb4a17cbde5847ac" /><Relationship Type="http://schemas.openxmlformats.org/officeDocument/2006/relationships/slide" Target="/ppt/slides/slide9.xml" Id="R04a5cd9bdae7432b" /><Relationship Type="http://schemas.openxmlformats.org/officeDocument/2006/relationships/slide" Target="/ppt/slides/slide10.xml" Id="R2e7e59291a6249ea" /><Relationship Type="http://schemas.openxmlformats.org/officeDocument/2006/relationships/slide" Target="/ppt/slides/slide11.xml" Id="Rf3daaac0082e4dfa" /><Relationship Type="http://schemas.openxmlformats.org/officeDocument/2006/relationships/slide" Target="/ppt/slides/slide12.xml" Id="Reca4dd4aaea14bc5" /><Relationship Type="http://schemas.openxmlformats.org/officeDocument/2006/relationships/slide" Target="/ppt/slides/slide13.xml" Id="Rd817b632b8994b86" /><Relationship Type="http://schemas.openxmlformats.org/officeDocument/2006/relationships/slide" Target="/ppt/slides/slide14.xml" Id="Rc82174f9ab39498c" /><Relationship Type="http://schemas.openxmlformats.org/officeDocument/2006/relationships/slide" Target="/ppt/slides/slide15.xml" Id="R93129f2900ba427d" /><Relationship Type="http://schemas.openxmlformats.org/officeDocument/2006/relationships/slide" Target="/ppt/slides/slide16.xml" Id="Ra48c96d1a91747b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3d57915f9f0440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e4e026e14ad4be3" /><Relationship Type="http://schemas.openxmlformats.org/officeDocument/2006/relationships/notesMaster" Target="/ppt/notesMasters/notesMaster1.xml" Id="R58e17f742dc7426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c6df66866054c89" /><Relationship Type="http://schemas.openxmlformats.org/officeDocument/2006/relationships/notesMaster" Target="/ppt/notesMasters/notesMaster1.xml" Id="Ra7712806f0ee437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55673c40bb947d4" /><Relationship Type="http://schemas.openxmlformats.org/officeDocument/2006/relationships/notesMaster" Target="/ppt/notesMasters/notesMaster1.xml" Id="R5e5bd116b0db49d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b0c0731d0a949ed" /><Relationship Type="http://schemas.openxmlformats.org/officeDocument/2006/relationships/notesMaster" Target="/ppt/notesMasters/notesMaster1.xml" Id="R87f0953c19684b3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205274984244e17" /><Relationship Type="http://schemas.openxmlformats.org/officeDocument/2006/relationships/notesMaster" Target="/ppt/notesMasters/notesMaster1.xml" Id="Re61eb767317940d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0f5eb01d83c489d" /><Relationship Type="http://schemas.openxmlformats.org/officeDocument/2006/relationships/notesMaster" Target="/ppt/notesMasters/notesMaster1.xml" Id="R6b79da6da5934dc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f7343a121b6401c" /><Relationship Type="http://schemas.openxmlformats.org/officeDocument/2006/relationships/notesMaster" Target="/ppt/notesMasters/notesMaster1.xml" Id="Rf36b19be9e224ef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46e43aaacce48d8" /><Relationship Type="http://schemas.openxmlformats.org/officeDocument/2006/relationships/notesMaster" Target="/ppt/notesMasters/notesMaster1.xml" Id="R97ff79925862447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4417bf63fd54942" /><Relationship Type="http://schemas.openxmlformats.org/officeDocument/2006/relationships/notesMaster" Target="/ppt/notesMasters/notesMaster1.xml" Id="Rbe723bd1afa4433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8b8dbd42e7f4b60" /><Relationship Type="http://schemas.openxmlformats.org/officeDocument/2006/relationships/notesMaster" Target="/ppt/notesMasters/notesMaster1.xml" Id="Rad52953918274cd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f57f74826534212" /><Relationship Type="http://schemas.openxmlformats.org/officeDocument/2006/relationships/notesMaster" Target="/ppt/notesMasters/notesMaster1.xml" Id="R1339012570e546e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541dd6da9124477" /><Relationship Type="http://schemas.openxmlformats.org/officeDocument/2006/relationships/notesMaster" Target="/ppt/notesMasters/notesMaster1.xml" Id="Rbd4880c7691e465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789a766d12f484f" /><Relationship Type="http://schemas.openxmlformats.org/officeDocument/2006/relationships/notesMaster" Target="/ppt/notesMasters/notesMaster1.xml" Id="R8217d65b976f4df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41b8388d5c046c3" /><Relationship Type="http://schemas.openxmlformats.org/officeDocument/2006/relationships/notesMaster" Target="/ppt/notesMasters/notesMaster1.xml" Id="R902fe93ceb0046d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141b351bca94083" /><Relationship Type="http://schemas.openxmlformats.org/officeDocument/2006/relationships/notesMaster" Target="/ppt/notesMasters/notesMaster1.xml" Id="R04c8512c6d74403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01500bacaaa4d6f" /><Relationship Type="http://schemas.openxmlformats.org/officeDocument/2006/relationships/notesMaster" Target="/ppt/notesMasters/notesMaster1.xml" Id="R263b3a6f91004b4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- 001_設定資料/00_INDEX.md</a:t>
            </a:r>
          </a:p>
          <a:p xmlns:a="http://schemas.openxmlformats.org/drawingml/2006/main">
            <a:r>
              <a:t>- 001_設定資料/01_Story_20_Chapters.md</a:t>
            </a:r>
          </a:p>
          <a:p xmlns:a="http://schemas.openxmlformats.org/drawingml/2006/main">
            <a:r>
              <a:t>- 001_設定資料/11_Producer_Direction.md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- 001_設定資料/00_INDEX.md</a:t>
            </a:r>
          </a:p>
          <a:p xmlns:a="http://schemas.openxmlformats.org/drawingml/2006/main">
            <a:r>
              <a:t>- 001_設定資料/01_Story_20_Chapters.md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- 001_設定資料/12_ID_and_Terminology.md</a:t>
            </a:r>
          </a:p>
          <a:p xmlns:a="http://schemas.openxmlformats.org/drawingml/2006/main">
            <a:r>
              <a:t>- 001_設定資料/11_Producer_Direction.md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- 001_設定資料/01_Story_20_Chapters.md</a:t>
            </a:r>
          </a:p>
          <a:p xmlns:a="http://schemas.openxmlformats.org/drawingml/2006/main">
            <a:r>
              <a:t>- 001_設定資料/02_Characters.md</a:t>
            </a:r>
          </a:p>
          <a:p xmlns:a="http://schemas.openxmlformats.org/drawingml/2006/main">
            <a:r>
              <a:t>- 001_設定資料/12_ID_and_Terminology.md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- 001_設定資料/01_Story_20_Chapters.md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- 001_設定資料/YTC_Game_Setting_Story_v1.md</a:t>
            </a:r>
          </a:p>
          <a:p xmlns:a="http://schemas.openxmlformats.org/drawingml/2006/main">
            <a:r>
              <a:t>- 001_設定資料/01_Story_20_Chapters.md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- 001_設定資料/01_Story_20_Chapters.md</a:t>
            </a:r>
          </a:p>
          <a:p xmlns:a="http://schemas.openxmlformats.org/drawingml/2006/main">
            <a:r>
              <a:t>- 001_設定資料/06_Loot_and_Items.md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- 001_設定資料/01_Story_20_Chapters.md</a:t>
            </a:r>
          </a:p>
          <a:p xmlns:a="http://schemas.openxmlformats.org/drawingml/2006/main">
            <a:r>
              <a:t>- 001_設定資料/02_Characters.md</a:t>
            </a:r>
          </a:p>
          <a:p xmlns:a="http://schemas.openxmlformats.org/drawingml/2006/main">
            <a:r>
              <a:t>- 001_設定資料/05_Equipment.md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- 001_設定資料/01_Story_20_Chapters.md</a:t>
            </a:r>
          </a:p>
          <a:p xmlns:a="http://schemas.openxmlformats.org/drawingml/2006/main">
            <a:r>
              <a:t>- 001_設定資料/02_Characters.md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- 001_設定資料/01_Story_20_Chapters.md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- 001_設定資料/02_Characters.md</a:t>
            </a:r>
          </a:p>
          <a:p xmlns:a="http://schemas.openxmlformats.org/drawingml/2006/main">
            <a:r>
              <a:t>- 001_設定資料/01_Story_20_Chapters.md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- 001_設定資料/02_Characters.md</a:t>
            </a:r>
          </a:p>
          <a:p xmlns:a="http://schemas.openxmlformats.org/drawingml/2006/main">
            <a:r>
              <a:t>- 001_設定資料/11_Producer_Direction.md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- 001_設定資料/01_Story_20_Chapters.md</a:t>
            </a:r>
          </a:p>
          <a:p xmlns:a="http://schemas.openxmlformats.org/drawingml/2006/main">
            <a:r>
              <a:t>- 001_設定資料/09_Game_Rules.md</a:t>
            </a:r>
          </a:p>
          <a:p xmlns:a="http://schemas.openxmlformats.org/drawingml/2006/main">
            <a:r>
              <a:t>- 001_設定資料/11_Producer_Direction.md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- 001_設定資料/02_Characters.md</a:t>
            </a:r>
          </a:p>
          <a:p xmlns:a="http://schemas.openxmlformats.org/drawingml/2006/main">
            <a:r>
              <a:t>- 001_設定資料/11_Producer_Direction.md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- 001_設定資料/00_INDEX.md</a:t>
            </a:r>
          </a:p>
          <a:p xmlns:a="http://schemas.openxmlformats.org/drawingml/2006/main">
            <a:r>
              <a:t>- 001_設定資料/DOCUMENT_REVIEW_SUMMARY.md</a:t>
            </a:r>
          </a:p>
          <a:p xmlns:a="http://schemas.openxmlformats.org/drawingml/2006/main">
            <a:r>
              <a:t>- 001_設定資料/01_Story_20_Chapters.md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- 001_設定資料/11_Producer_Direction.md</a:t>
            </a:r>
          </a:p>
          <a:p xmlns:a="http://schemas.openxmlformats.org/drawingml/2006/main">
            <a:r>
              <a:t>- 001_設定資料/12_ID_and_Terminology.md</a:t>
            </a:r>
          </a:p>
          <a:p xmlns:a="http://schemas.openxmlformats.org/drawingml/2006/main">
            <a:r>
              <a:t>- 000_エージェント共有読み物/01_タスク.txt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6d782c17d34f4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7fb85f5eedc4cc9" /><Relationship Type="http://schemas.openxmlformats.org/officeDocument/2006/relationships/slideLayout" Target="/ppt/slideLayouts/slideLayout1.xml" Id="Ref3e7da0b2ac411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f3e7da0b2ac411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442e713a6041d1" /><Relationship Type="http://schemas.openxmlformats.org/officeDocument/2006/relationships/notesSlide" Target="/ppt/notesSlides/notesSlide1.xml" Id="R672306a73bf046f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6a9bedaebc4b4b" /><Relationship Type="http://schemas.openxmlformats.org/officeDocument/2006/relationships/notesSlide" Target="/ppt/notesSlides/notesSlide2.xml" Id="R2425da3a4f75493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fe363337594ce6" /><Relationship Type="http://schemas.openxmlformats.org/officeDocument/2006/relationships/notesSlide" Target="/ppt/notesSlides/notesSlide3.xml" Id="R41ece48560564db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36070d84ef4cdb" /><Relationship Type="http://schemas.openxmlformats.org/officeDocument/2006/relationships/notesSlide" Target="/ppt/notesSlides/notesSlide4.xml" Id="Rf58ab0fd8d784f8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8f3ee8f86d413e" /><Relationship Type="http://schemas.openxmlformats.org/officeDocument/2006/relationships/notesSlide" Target="/ppt/notesSlides/notesSlide5.xml" Id="R367a5dfef476407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7ef44332d24608" /><Relationship Type="http://schemas.openxmlformats.org/officeDocument/2006/relationships/notesSlide" Target="/ppt/notesSlides/notesSlide6.xml" Id="Rfafddc9c00584a2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678fb92d404e42" /><Relationship Type="http://schemas.openxmlformats.org/officeDocument/2006/relationships/notesSlide" Target="/ppt/notesSlides/notesSlide7.xml" Id="Re67056e22d57407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17eb981e014e46" /><Relationship Type="http://schemas.openxmlformats.org/officeDocument/2006/relationships/notesSlide" Target="/ppt/notesSlides/notesSlide8.xml" Id="Rc34f47f557bb461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b2f290abe14137" /><Relationship Type="http://schemas.openxmlformats.org/officeDocument/2006/relationships/notesSlide" Target="/ppt/notesSlides/notesSlide9.xml" Id="R241f2a80eaad492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53d9cc15a647ec" /><Relationship Type="http://schemas.openxmlformats.org/officeDocument/2006/relationships/notesSlide" Target="/ppt/notesSlides/notesSlide10.xml" Id="Rd352c4a38750428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02b3af80704c95" /><Relationship Type="http://schemas.openxmlformats.org/officeDocument/2006/relationships/notesSlide" Target="/ppt/notesSlides/notesSlide11.xml" Id="R2d03d799b3b14d9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bbfcb33fca4b8b" /><Relationship Type="http://schemas.openxmlformats.org/officeDocument/2006/relationships/notesSlide" Target="/ppt/notesSlides/notesSlide12.xml" Id="R87d3b6a7018c4e8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e0d3fe000a4b08" /><Relationship Type="http://schemas.openxmlformats.org/officeDocument/2006/relationships/notesSlide" Target="/ppt/notesSlides/notesSlide13.xml" Id="R5267807cc514462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19c15b89984773" /><Relationship Type="http://schemas.openxmlformats.org/officeDocument/2006/relationships/notesSlide" Target="/ppt/notesSlides/notesSlide14.xml" Id="R5b311237ac1c43e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2076da2e8e42bf" /><Relationship Type="http://schemas.openxmlformats.org/officeDocument/2006/relationships/notesSlide" Target="/ppt/notesSlides/notesSlide15.xml" Id="Rbecf3e606e374db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9187c6c28c4fe0" /><Relationship Type="http://schemas.openxmlformats.org/officeDocument/2006/relationships/notesSlide" Target="/ppt/notesSlides/notesSlide16.xml" Id="R397c8497829c493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ection-1">
            <a:extLst xmlns:a="http://schemas.openxmlformats.org/drawingml/2006/main">
              <a:ext uri="{FF2B5EF4-FFF2-40B4-BE49-F238E27FC236}">
                <a16:creationId xmlns:a16="http://schemas.microsoft.com/office/drawing/2014/main" id="{C866858B-5711-4865-80AD-F30D272B8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368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5F6368"/>
                </a:solidFill>
                <a:latin typeface="Yu Gothic"/>
                <a:ea typeface="Yu Gothic"/>
                <a:cs typeface="Yu Gothic"/>
              </a:rPr>
              <a:t>YTC / STORY SETTING</a:t>
            </a:r>
          </a:p>
        </p:txBody>
      </p:sp>
      <p:sp>
        <p:nvSpPr>
          <p:cNvPr id="2" name="page-1">
            <a:extLst xmlns:a="http://schemas.openxmlformats.org/drawingml/2006/main">
              <a:ext uri="{FF2B5EF4-FFF2-40B4-BE49-F238E27FC236}">
                <a16:creationId xmlns:a16="http://schemas.microsoft.com/office/drawing/2014/main" id="{1B272968-280F-463E-8550-CA23CD9B2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817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368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5F6368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  <p:sp>
        <p:nvSpPr>
          <p:cNvPr id="3" name="cover-orange-rail">
            <a:extLst xmlns:a="http://schemas.openxmlformats.org/drawingml/2006/main">
              <a:ext uri="{FF2B5EF4-FFF2-40B4-BE49-F238E27FC236}">
                <a16:creationId xmlns:a16="http://schemas.microsoft.com/office/drawing/2014/main" id="{68932949-108B-42EC-A30B-79E0F4C7F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1143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A1939025-B7E8-45DD-B64F-A7B63115D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621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F6368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5F6368"/>
                </a:solidFill>
                <a:latin typeface="Yu Gothic"/>
                <a:ea typeface="Yu Gothic"/>
                <a:cs typeface="Yu Gothic"/>
              </a:rPr>
              <a:t>STORY BIBLE  /  PRODUCER INTEGRATION</a:t>
            </a:r>
          </a:p>
        </p:txBody>
      </p:sp>
      <p:sp>
        <p:nvSpPr>
          <p:cNvPr id="5" name="cover-title">
            <a:extLst xmlns:a="http://schemas.openxmlformats.org/drawingml/2006/main">
              <a:ext uri="{FF2B5EF4-FFF2-40B4-BE49-F238E27FC236}">
                <a16:creationId xmlns:a16="http://schemas.microsoft.com/office/drawing/2014/main" id="{CEBD9444-2E3A-44B3-B2EE-906767476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72390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57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YTC: Deliver</a:t>
            </a:r>
          </a:p>
          <a:p xmlns:a="http://schemas.openxmlformats.org/drawingml/2006/main">
            <a:pPr algn="l">
              <a:defRPr sz="57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57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Tomorrow</a:t>
            </a:r>
          </a:p>
        </p:txBody>
      </p:sp>
      <p:sp>
        <p:nvSpPr>
          <p:cNvPr id="6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699F8F82-CF43-4AFE-87B0-5D34BB795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20章で描く、小さなPMCの「最後の配送」</a:t>
            </a:r>
          </a:p>
        </p:txBody>
      </p:sp>
      <p:sp>
        <p:nvSpPr>
          <p:cNvPr id="7" name="cover-meta">
            <a:extLst xmlns:a="http://schemas.openxmlformats.org/drawingml/2006/main">
              <a:ext uri="{FF2B5EF4-FFF2-40B4-BE49-F238E27FC236}">
                <a16:creationId xmlns:a16="http://schemas.microsoft.com/office/drawing/2014/main" id="{3F23040F-3A9C-472E-95D6-28BC83A30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57750"/>
            <a:ext cx="685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368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5F6368"/>
                </a:solidFill>
                <a:latin typeface="Yu Gothic"/>
                <a:ea typeface="Yu Gothic"/>
                <a:cs typeface="Yu Gothic"/>
              </a:rPr>
              <a:t>ストーリー設定確定案</a:t>
            </a:r>
          </a:p>
          <a:p xmlns:a="http://schemas.openxmlformats.org/drawingml/2006/main">
            <a:pPr algn="l">
              <a:defRPr sz="1500" b="0">
                <a:solidFill>
                  <a:srgbClr val="5F6368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5F6368"/>
                </a:solidFill>
                <a:latin typeface="Yu Gothic"/>
                <a:ea typeface="Yu Gothic"/>
                <a:cs typeface="Yu Gothic"/>
              </a:rPr>
              <a:t>2026.08.19  |  Role 7: ストーリー作成者</a:t>
            </a:r>
          </a:p>
        </p:txBody>
      </p:sp>
      <p:sp>
        <p:nvSpPr>
          <p:cNvPr id="8" name="cover-system-panel">
            <a:extLst xmlns:a="http://schemas.openxmlformats.org/drawingml/2006/main">
              <a:ext uri="{FF2B5EF4-FFF2-40B4-BE49-F238E27FC236}">
                <a16:creationId xmlns:a16="http://schemas.microsoft.com/office/drawing/2014/main" id="{249714A4-D58F-414A-B8D8-CD2182EA2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562100"/>
            <a:ext cx="30480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cover-system-title">
            <a:extLst xmlns:a="http://schemas.openxmlformats.org/drawingml/2006/main">
              <a:ext uri="{FF2B5EF4-FFF2-40B4-BE49-F238E27FC236}">
                <a16:creationId xmlns:a16="http://schemas.microsoft.com/office/drawing/2014/main" id="{09099287-F108-42BF-A761-9E19FA034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8669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F6368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5F6368"/>
                </a:solidFill>
                <a:latin typeface="Yu Gothic"/>
                <a:ea typeface="Yu Gothic"/>
                <a:cs typeface="Yu Gothic"/>
              </a:rPr>
              <a:t>物語の中心</a:t>
            </a:r>
          </a:p>
        </p:txBody>
      </p:sp>
      <p:sp>
        <p:nvSpPr>
          <p:cNvPr id="10" name="cover-system-copy">
            <a:extLst xmlns:a="http://schemas.openxmlformats.org/drawingml/2006/main">
              <a:ext uri="{FF2B5EF4-FFF2-40B4-BE49-F238E27FC236}">
                <a16:creationId xmlns:a16="http://schemas.microsoft.com/office/drawing/2014/main" id="{D638EA10-F723-4776-B0DC-67B2FE472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457450"/>
            <a:ext cx="238125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833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戦争を</a:t>
            </a:r>
          </a:p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商品にする仕組みへ、</a:t>
            </a:r>
          </a:p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人間が迷う権利を</a:t>
            </a:r>
          </a:p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届ける。</a:t>
            </a:r>
          </a:p>
        </p:txBody>
      </p:sp>
      <p:sp>
        <p:nvSpPr>
          <p:cNvPr id="11" name="cover-mark">
            <a:extLst xmlns:a="http://schemas.openxmlformats.org/drawingml/2006/main">
              <a:ext uri="{FF2B5EF4-FFF2-40B4-BE49-F238E27FC236}">
                <a16:creationId xmlns:a16="http://schemas.microsoft.com/office/drawing/2014/main" id="{2C48906C-655A-4891-A145-063ED0A1C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953000"/>
            <a:ext cx="20193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2078070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ection-2">
            <a:extLst xmlns:a="http://schemas.openxmlformats.org/drawingml/2006/main">
              <a:ext uri="{FF2B5EF4-FFF2-40B4-BE49-F238E27FC236}">
                <a16:creationId xmlns:a16="http://schemas.microsoft.com/office/drawing/2014/main" id="{1EC5A728-1F1A-4534-8F1E-38AB1034B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368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5F6368"/>
                </a:solidFill>
                <a:latin typeface="Yu Gothic"/>
                <a:ea typeface="Yu Gothic"/>
                <a:cs typeface="Yu Gothic"/>
              </a:rPr>
              <a:t>STORY BIBLE</a:t>
            </a:r>
          </a:p>
        </p:txBody>
      </p:sp>
      <p:sp>
        <p:nvSpPr>
          <p:cNvPr id="2" name="page-2">
            <a:extLst xmlns:a="http://schemas.openxmlformats.org/drawingml/2006/main">
              <a:ext uri="{FF2B5EF4-FFF2-40B4-BE49-F238E27FC236}">
                <a16:creationId xmlns:a16="http://schemas.microsoft.com/office/drawing/2014/main" id="{0A4D9AC6-E6EA-4FB4-B855-458E134B0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817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368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5F6368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sp>
        <p:nvSpPr>
          <p:cNvPr id="3" name="title-2">
            <a:extLst xmlns:a="http://schemas.openxmlformats.org/drawingml/2006/main">
              <a:ext uri="{FF2B5EF4-FFF2-40B4-BE49-F238E27FC236}">
                <a16:creationId xmlns:a16="http://schemas.microsoft.com/office/drawing/2014/main" id="{5C0C2880-E1B3-4F6E-A19E-6839E6FA1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11125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51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36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この物語は、戦争を止める鍵を「届ける仕事」に変える</a:t>
            </a:r>
          </a:p>
        </p:txBody>
      </p:sp>
      <p:sp>
        <p:nvSpPr>
          <p:cNvPr id="4" name="title-rule-2">
            <a:extLst xmlns:a="http://schemas.openxmlformats.org/drawingml/2006/main">
              <a:ext uri="{FF2B5EF4-FFF2-40B4-BE49-F238E27FC236}">
                <a16:creationId xmlns:a16="http://schemas.microsoft.com/office/drawing/2014/main" id="{D707BCA9-8957-4A17-A391-C472A0640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5" name="promise-main">
            <a:extLst xmlns:a="http://schemas.openxmlformats.org/drawingml/2006/main">
              <a:ext uri="{FF2B5EF4-FFF2-40B4-BE49-F238E27FC236}">
                <a16:creationId xmlns:a16="http://schemas.microsoft.com/office/drawing/2014/main" id="{2FB02CE3-E8EA-4B5B-9430-9E2D98067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6667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407"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337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小規模PMC「ytc」の山田は、</a:t>
            </a:r>
          </a:p>
          <a:p xmlns:a="http://schemas.openxmlformats.org/drawingml/2006/main">
            <a:pPr algn="l">
              <a:defRPr sz="337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337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K1を預かった日から、</a:t>
            </a:r>
          </a:p>
          <a:p xmlns:a="http://schemas.openxmlformats.org/drawingml/2006/main">
            <a:pPr algn="l">
              <a:defRPr sz="337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337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戦争需要を作る物流網の追跡者になる。</a:t>
            </a:r>
          </a:p>
        </p:txBody>
      </p:sp>
      <p:sp>
        <p:nvSpPr>
          <p:cNvPr id="6" name="promise-divider">
            <a:extLst xmlns:a="http://schemas.openxmlformats.org/drawingml/2006/main">
              <a:ext uri="{FF2B5EF4-FFF2-40B4-BE49-F238E27FC236}">
                <a16:creationId xmlns:a16="http://schemas.microsoft.com/office/drawing/2014/main" id="{54520E2E-EEA0-41A2-B68D-8DEEC1818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657350"/>
            <a:ext cx="0" cy="3086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promise-label-0">
            <a:extLst xmlns:a="http://schemas.openxmlformats.org/drawingml/2006/main">
              <a:ext uri="{FF2B5EF4-FFF2-40B4-BE49-F238E27FC236}">
                <a16:creationId xmlns:a16="http://schemas.microsoft.com/office/drawing/2014/main" id="{7788B60F-EDF4-4715-9D59-15A5A69D6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735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28C28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主人公</a:t>
            </a:r>
          </a:p>
        </p:txBody>
      </p:sp>
      <p:sp>
        <p:nvSpPr>
          <p:cNvPr id="8" name="promise-copy-0">
            <a:extLst xmlns:a="http://schemas.openxmlformats.org/drawingml/2006/main">
              <a:ext uri="{FF2B5EF4-FFF2-40B4-BE49-F238E27FC236}">
                <a16:creationId xmlns:a16="http://schemas.microsoft.com/office/drawing/2014/main" id="{16D3B9F5-D783-4C4A-B4E3-7D36456EA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43100"/>
            <a:ext cx="335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5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山田 — 目の前の相手を守る現場判断</a:t>
            </a:r>
          </a:p>
        </p:txBody>
      </p:sp>
      <p:sp>
        <p:nvSpPr>
          <p:cNvPr id="9" name="promise-label-1">
            <a:extLst xmlns:a="http://schemas.openxmlformats.org/drawingml/2006/main">
              <a:ext uri="{FF2B5EF4-FFF2-40B4-BE49-F238E27FC236}">
                <a16:creationId xmlns:a16="http://schemas.microsoft.com/office/drawing/2014/main" id="{571D0AA4-CD18-4410-A8C0-CE5C3DB6F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7650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28C28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起点</a:t>
            </a:r>
          </a:p>
        </p:txBody>
      </p:sp>
      <p:sp>
        <p:nvSpPr>
          <p:cNvPr id="10" name="promise-copy-1">
            <a:extLst xmlns:a="http://schemas.openxmlformats.org/drawingml/2006/main">
              <a:ext uri="{FF2B5EF4-FFF2-40B4-BE49-F238E27FC236}">
                <a16:creationId xmlns:a16="http://schemas.microsoft.com/office/drawing/2014/main" id="{351A616E-F1A7-4722-9836-BF216D997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62250"/>
            <a:ext cx="335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53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K1 / LARK — 外部命令を拒否できる試験機</a:t>
            </a:r>
          </a:p>
        </p:txBody>
      </p:sp>
      <p:sp>
        <p:nvSpPr>
          <p:cNvPr id="11" name="promise-label-2">
            <a:extLst xmlns:a="http://schemas.openxmlformats.org/drawingml/2006/main">
              <a:ext uri="{FF2B5EF4-FFF2-40B4-BE49-F238E27FC236}">
                <a16:creationId xmlns:a16="http://schemas.microsoft.com/office/drawing/2014/main" id="{42DD06B5-2C1B-45C4-B9B6-7DC36C5E9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9565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28C28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敵</a:t>
            </a:r>
          </a:p>
        </p:txBody>
      </p:sp>
      <p:sp>
        <p:nvSpPr>
          <p:cNvPr id="12" name="promise-copy-2">
            <a:extLst xmlns:a="http://schemas.openxmlformats.org/drawingml/2006/main">
              <a:ext uri="{FF2B5EF4-FFF2-40B4-BE49-F238E27FC236}">
                <a16:creationId xmlns:a16="http://schemas.microsoft.com/office/drawing/2014/main" id="{18676484-7D93-4B97-845E-34767AD94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581400"/>
            <a:ext cx="335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15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ORPHEUS + BLACK RAIL — 戦争需要の生成と物流</a:t>
            </a:r>
          </a:p>
        </p:txBody>
      </p:sp>
      <p:sp>
        <p:nvSpPr>
          <p:cNvPr id="13" name="promise-label-3">
            <a:extLst xmlns:a="http://schemas.openxmlformats.org/drawingml/2006/main">
              <a:ext uri="{FF2B5EF4-FFF2-40B4-BE49-F238E27FC236}">
                <a16:creationId xmlns:a16="http://schemas.microsoft.com/office/drawing/2014/main" id="{86B140BE-8C1C-4F10-9708-C0DC9DE6E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11480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28C28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決着</a:t>
            </a:r>
          </a:p>
        </p:txBody>
      </p:sp>
      <p:sp>
        <p:nvSpPr>
          <p:cNvPr id="14" name="promise-copy-3">
            <a:extLst xmlns:a="http://schemas.openxmlformats.org/drawingml/2006/main">
              <a:ext uri="{FF2B5EF4-FFF2-40B4-BE49-F238E27FC236}">
                <a16:creationId xmlns:a16="http://schemas.microsoft.com/office/drawing/2014/main" id="{362BF854-4121-4265-99D0-9D176EF76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400550"/>
            <a:ext cx="335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15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停止鍵をアークへ届け、仕組みと責任を公開する</a:t>
            </a:r>
          </a:p>
        </p:txBody>
      </p:sp>
      <p:sp>
        <p:nvSpPr>
          <p:cNvPr id="15" name="promise-bottom">
            <a:extLst xmlns:a="http://schemas.openxmlformats.org/drawingml/2006/main">
              <a:ext uri="{FF2B5EF4-FFF2-40B4-BE49-F238E27FC236}">
                <a16:creationId xmlns:a16="http://schemas.microsoft.com/office/drawing/2014/main" id="{9A620975-1A74-4CF1-80F5-C741CF4C0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24450"/>
            <a:ext cx="10744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8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romise-bottom-copy">
            <a:extLst xmlns:a="http://schemas.openxmlformats.org/drawingml/2006/main">
              <a:ext uri="{FF2B5EF4-FFF2-40B4-BE49-F238E27FC236}">
                <a16:creationId xmlns:a16="http://schemas.microsoft.com/office/drawing/2014/main" id="{A88E1D9B-99EC-41A9-B0CD-88FDF0280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34000"/>
            <a:ext cx="10210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17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戦利品は強化素材であると同時に、兵器流出を証明する証拠になる。</a:t>
            </a:r>
          </a:p>
        </p:txBody>
      </p:sp>
    </p:spTree>
    <p:extLst>
      <p:ext uri="{BB962C8B-B14F-4D97-AF65-F5344CB8AC3E}">
        <p14:creationId xmlns:p14="http://schemas.microsoft.com/office/powerpoint/2010/main" val="12537216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ection-3">
            <a:extLst xmlns:a="http://schemas.openxmlformats.org/drawingml/2006/main">
              <a:ext uri="{FF2B5EF4-FFF2-40B4-BE49-F238E27FC236}">
                <a16:creationId xmlns:a16="http://schemas.microsoft.com/office/drawing/2014/main" id="{1B0C3EB8-36DC-4DF1-AE64-E589AE55D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368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5F6368"/>
                </a:solidFill>
                <a:latin typeface="Yu Gothic"/>
                <a:ea typeface="Yu Gothic"/>
                <a:cs typeface="Yu Gothic"/>
              </a:rPr>
              <a:t>STORY BIBLE</a:t>
            </a:r>
          </a:p>
        </p:txBody>
      </p:sp>
      <p:sp>
        <p:nvSpPr>
          <p:cNvPr id="2" name="page-3">
            <a:extLst xmlns:a="http://schemas.openxmlformats.org/drawingml/2006/main">
              <a:ext uri="{FF2B5EF4-FFF2-40B4-BE49-F238E27FC236}">
                <a16:creationId xmlns:a16="http://schemas.microsoft.com/office/drawing/2014/main" id="{417B26DC-453D-4080-A017-FCF69956B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817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368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5F6368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  <p:sp>
        <p:nvSpPr>
          <p:cNvPr id="3" name="title-3">
            <a:extLst xmlns:a="http://schemas.openxmlformats.org/drawingml/2006/main">
              <a:ext uri="{FF2B5EF4-FFF2-40B4-BE49-F238E27FC236}">
                <a16:creationId xmlns:a16="http://schemas.microsoft.com/office/drawing/2014/main" id="{ADC0B3B2-6DAA-444B-A254-31FD9613B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11125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36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2091年、日常と戦場の境界は物流でつながっている</a:t>
            </a:r>
          </a:p>
        </p:txBody>
      </p:sp>
      <p:sp>
        <p:nvSpPr>
          <p:cNvPr id="4" name="title-rule-3">
            <a:extLst xmlns:a="http://schemas.openxmlformats.org/drawingml/2006/main">
              <a:ext uri="{FF2B5EF4-FFF2-40B4-BE49-F238E27FC236}">
                <a16:creationId xmlns:a16="http://schemas.microsoft.com/office/drawing/2014/main" id="{00954EC2-F8D9-439D-AC2C-601C1F7F6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5" name="world-head-0">
            <a:extLst xmlns:a="http://schemas.openxmlformats.org/drawingml/2006/main">
              <a:ext uri="{FF2B5EF4-FFF2-40B4-BE49-F238E27FC236}">
                <a16:creationId xmlns:a16="http://schemas.microsoft.com/office/drawing/2014/main" id="{79EBC1B0-60E8-4A7A-BA95-546E31BCC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28C28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社会</a:t>
            </a:r>
          </a:p>
        </p:txBody>
      </p:sp>
      <p:sp>
        <p:nvSpPr>
          <p:cNvPr id="6" name="world-body-0">
            <a:extLst xmlns:a="http://schemas.openxmlformats.org/drawingml/2006/main">
              <a:ext uri="{FF2B5EF4-FFF2-40B4-BE49-F238E27FC236}">
                <a16:creationId xmlns:a16="http://schemas.microsoft.com/office/drawing/2014/main" id="{8FA27F97-2F54-42C4-ADA0-A234441F5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3200400" cy="255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国家は存続する一方、警備・輸送・災害対応・限定戦闘を民間軍事会社へ委託。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学校、病院、物流も平時の営みを続けている。</a:t>
            </a:r>
          </a:p>
        </p:txBody>
      </p:sp>
      <p:sp>
        <p:nvSpPr>
          <p:cNvPr id="7" name="world-vline-1">
            <a:extLst xmlns:a="http://schemas.openxmlformats.org/drawingml/2006/main">
              <a:ext uri="{FF2B5EF4-FFF2-40B4-BE49-F238E27FC236}">
                <a16:creationId xmlns:a16="http://schemas.microsoft.com/office/drawing/2014/main" id="{6AE5B8A5-C9B8-4EF4-A9A5-30E9AE940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638300"/>
            <a:ext cx="0" cy="3333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world-head-1">
            <a:extLst xmlns:a="http://schemas.openxmlformats.org/drawingml/2006/main">
              <a:ext uri="{FF2B5EF4-FFF2-40B4-BE49-F238E27FC236}">
                <a16:creationId xmlns:a16="http://schemas.microsoft.com/office/drawing/2014/main" id="{1D4EBD47-1120-4C3D-B917-129BDC253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6573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技術</a:t>
            </a:r>
          </a:p>
        </p:txBody>
      </p:sp>
      <p:sp>
        <p:nvSpPr>
          <p:cNvPr id="9" name="world-body-1">
            <a:extLst xmlns:a="http://schemas.openxmlformats.org/drawingml/2006/main">
              <a:ext uri="{FF2B5EF4-FFF2-40B4-BE49-F238E27FC236}">
                <a16:creationId xmlns:a16="http://schemas.microsoft.com/office/drawing/2014/main" id="{89909D42-E90E-4F7C-9E82-D4FF111DC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05050"/>
            <a:ext cx="3200400" cy="255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攻殻装甲、短時間ジェット、半自律ドローン、小型衛星、試作ビーム兵器が実用域。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完全自律殺傷兵器は国際協定で制限される。</a:t>
            </a:r>
          </a:p>
        </p:txBody>
      </p:sp>
      <p:sp>
        <p:nvSpPr>
          <p:cNvPr id="10" name="world-vline-2">
            <a:extLst xmlns:a="http://schemas.openxmlformats.org/drawingml/2006/main">
              <a:ext uri="{FF2B5EF4-FFF2-40B4-BE49-F238E27FC236}">
                <a16:creationId xmlns:a16="http://schemas.microsoft.com/office/drawing/2014/main" id="{D9F2F5F2-AC29-47DF-A5A4-9148B932A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38300"/>
            <a:ext cx="0" cy="3333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world-head-2">
            <a:extLst xmlns:a="http://schemas.openxmlformats.org/drawingml/2006/main">
              <a:ext uri="{FF2B5EF4-FFF2-40B4-BE49-F238E27FC236}">
                <a16:creationId xmlns:a16="http://schemas.microsoft.com/office/drawing/2014/main" id="{89BDFF94-C534-46A9-8952-03697685E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573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28C28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暮らし</a:t>
            </a:r>
          </a:p>
        </p:txBody>
      </p:sp>
      <p:sp>
        <p:nvSpPr>
          <p:cNvPr id="12" name="world-body-2">
            <a:extLst xmlns:a="http://schemas.openxmlformats.org/drawingml/2006/main">
              <a:ext uri="{FF2B5EF4-FFF2-40B4-BE49-F238E27FC236}">
                <a16:creationId xmlns:a16="http://schemas.microsoft.com/office/drawing/2014/main" id="{442FD170-CDE4-48DA-98E9-C903AE4EA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305050"/>
            <a:ext cx="3200400" cy="255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社会すべてが戦場ではない。だからこそ、日常へ兵器を流し込むORPHEUSの異常さが際立つ。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仕事・食事・整備・請求書が物語の温度を守る。</a:t>
            </a:r>
          </a:p>
        </p:txBody>
      </p:sp>
      <p:sp>
        <p:nvSpPr>
          <p:cNvPr id="13" name="tone-band">
            <a:extLst xmlns:a="http://schemas.openxmlformats.org/drawingml/2006/main">
              <a:ext uri="{FF2B5EF4-FFF2-40B4-BE49-F238E27FC236}">
                <a16:creationId xmlns:a16="http://schemas.microsoft.com/office/drawing/2014/main" id="{BE8C2B6B-48E9-4B30-858B-8307A3861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744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one-copy">
            <a:extLst xmlns:a="http://schemas.openxmlformats.org/drawingml/2006/main">
              <a:ext uri="{FF2B5EF4-FFF2-40B4-BE49-F238E27FC236}">
                <a16:creationId xmlns:a16="http://schemas.microsoft.com/office/drawing/2014/main" id="{14F57D67-C28F-48A2-B593-D52282E26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00675"/>
            <a:ext cx="1019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73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物語トーン：ハードな世界の中の、職業的な優しさ</a:t>
            </a:r>
          </a:p>
        </p:txBody>
      </p:sp>
    </p:spTree>
    <p:extLst>
      <p:ext uri="{BB962C8B-B14F-4D97-AF65-F5344CB8AC3E}">
        <p14:creationId xmlns:p14="http://schemas.microsoft.com/office/powerpoint/2010/main" val="121413284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ection-4">
            <a:extLst xmlns:a="http://schemas.openxmlformats.org/drawingml/2006/main">
              <a:ext uri="{FF2B5EF4-FFF2-40B4-BE49-F238E27FC236}">
                <a16:creationId xmlns:a16="http://schemas.microsoft.com/office/drawing/2014/main" id="{FE8D60C0-6431-49A9-8530-3AF08EE00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368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5F6368"/>
                </a:solidFill>
                <a:latin typeface="Yu Gothic"/>
                <a:ea typeface="Yu Gothic"/>
                <a:cs typeface="Yu Gothic"/>
              </a:rPr>
              <a:t>STORY BIBLE</a:t>
            </a:r>
          </a:p>
        </p:txBody>
      </p:sp>
      <p:sp>
        <p:nvSpPr>
          <p:cNvPr id="2" name="page-4">
            <a:extLst xmlns:a="http://schemas.openxmlformats.org/drawingml/2006/main">
              <a:ext uri="{FF2B5EF4-FFF2-40B4-BE49-F238E27FC236}">
                <a16:creationId xmlns:a16="http://schemas.microsoft.com/office/drawing/2014/main" id="{A3AA0E23-53CB-4AAD-82E6-F0C50109E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817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368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5F6368"/>
                </a:solidFill>
                <a:latin typeface="Yu Gothic"/>
                <a:ea typeface="Yu Gothic"/>
                <a:cs typeface="Yu Gothic"/>
              </a:rPr>
              <a:t>04</a:t>
            </a:r>
          </a:p>
        </p:txBody>
      </p:sp>
      <p:sp>
        <p:nvSpPr>
          <p:cNvPr id="3" name="title-4">
            <a:extLst xmlns:a="http://schemas.openxmlformats.org/drawingml/2006/main">
              <a:ext uri="{FF2B5EF4-FFF2-40B4-BE49-F238E27FC236}">
                <a16:creationId xmlns:a16="http://schemas.microsoft.com/office/drawing/2014/main" id="{2D25ED90-B71C-4106-97CB-F256C1913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11125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36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敵は、戦争を需要へ変える仕組みそのもの</a:t>
            </a:r>
          </a:p>
        </p:txBody>
      </p:sp>
      <p:sp>
        <p:nvSpPr>
          <p:cNvPr id="4" name="title-rule-4">
            <a:extLst xmlns:a="http://schemas.openxmlformats.org/drawingml/2006/main">
              <a:ext uri="{FF2B5EF4-FFF2-40B4-BE49-F238E27FC236}">
                <a16:creationId xmlns:a16="http://schemas.microsoft.com/office/drawing/2014/main" id="{6942A6F2-5100-4545-8445-CACBAF4B7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5" name="system-caption">
            <a:extLst xmlns:a="http://schemas.openxmlformats.org/drawingml/2006/main">
              <a:ext uri="{FF2B5EF4-FFF2-40B4-BE49-F238E27FC236}">
                <a16:creationId xmlns:a16="http://schemas.microsoft.com/office/drawing/2014/main" id="{0750F996-BA40-4950-9AAC-44275E792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800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6368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5F6368"/>
                </a:solidFill>
                <a:latin typeface="Yu Gothic"/>
                <a:ea typeface="Yu Gothic"/>
                <a:cs typeface="Yu Gothic"/>
              </a:rPr>
              <a:t>真壁は兵器・データ・偽情報・契約を一つの循環へ束ねる。</a:t>
            </a:r>
          </a:p>
        </p:txBody>
      </p:sp>
      <p:sp>
        <p:nvSpPr>
          <p:cNvPr id="6" name="system-node-0">
            <a:extLst xmlns:a="http://schemas.openxmlformats.org/drawingml/2006/main">
              <a:ext uri="{FF2B5EF4-FFF2-40B4-BE49-F238E27FC236}">
                <a16:creationId xmlns:a16="http://schemas.microsoft.com/office/drawing/2014/main" id="{2AEA2E1B-C5BD-44BD-96C7-3CE4106CD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52650"/>
            <a:ext cx="20002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7" name="system-node-head-0">
            <a:extLst xmlns:a="http://schemas.openxmlformats.org/drawingml/2006/main">
              <a:ext uri="{FF2B5EF4-FFF2-40B4-BE49-F238E27FC236}">
                <a16:creationId xmlns:a16="http://schemas.microsoft.com/office/drawing/2014/main" id="{05A6945D-C295-4460-A773-F5CF2CD0E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43150"/>
            <a:ext cx="1657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BLACK RAIL</a:t>
            </a:r>
          </a:p>
        </p:txBody>
      </p:sp>
      <p:sp>
        <p:nvSpPr>
          <p:cNvPr id="8" name="system-node-body-0">
            <a:extLst xmlns:a="http://schemas.openxmlformats.org/drawingml/2006/main">
              <a:ext uri="{FF2B5EF4-FFF2-40B4-BE49-F238E27FC236}">
                <a16:creationId xmlns:a16="http://schemas.microsoft.com/office/drawing/2014/main" id="{13F0DC82-32F9-4604-A289-A650E90D4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81300"/>
            <a:ext cx="1657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兵器と資金を</a:t>
            </a:r>
          </a:p>
          <a:p xmlns:a="http://schemas.openxmlformats.org/drawingml/2006/main">
            <a:pPr algn="ctr">
              <a:defRPr sz="1425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非合法に流す</a:t>
            </a:r>
          </a:p>
        </p:txBody>
      </p:sp>
      <p:sp>
        <p:nvSpPr>
          <p:cNvPr id="9" name="system-arrow-0">
            <a:extLst xmlns:a="http://schemas.openxmlformats.org/drawingml/2006/main">
              <a:ext uri="{FF2B5EF4-FFF2-40B4-BE49-F238E27FC236}">
                <a16:creationId xmlns:a16="http://schemas.microsoft.com/office/drawing/2014/main" id="{92BABAFD-DBF8-4693-A2C6-DA8AD33C2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619375"/>
            <a:ext cx="342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233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4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→</a:t>
            </a:r>
          </a:p>
        </p:txBody>
      </p:sp>
      <p:sp>
        <p:nvSpPr>
          <p:cNvPr id="10" name="system-node-1">
            <a:extLst xmlns:a="http://schemas.openxmlformats.org/drawingml/2006/main">
              <a:ext uri="{FF2B5EF4-FFF2-40B4-BE49-F238E27FC236}">
                <a16:creationId xmlns:a16="http://schemas.microsoft.com/office/drawing/2014/main" id="{44B84733-30E9-4F58-9F37-88D00D17C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152650"/>
            <a:ext cx="20002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11" name="system-node-head-1">
            <a:extLst xmlns:a="http://schemas.openxmlformats.org/drawingml/2006/main">
              <a:ext uri="{FF2B5EF4-FFF2-40B4-BE49-F238E27FC236}">
                <a16:creationId xmlns:a16="http://schemas.microsoft.com/office/drawing/2014/main" id="{DFE0D051-96CB-42E7-A819-77B05EF7A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343150"/>
            <a:ext cx="1657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実戦データ</a:t>
            </a:r>
          </a:p>
        </p:txBody>
      </p:sp>
      <p:sp>
        <p:nvSpPr>
          <p:cNvPr id="12" name="system-node-body-1">
            <a:extLst xmlns:a="http://schemas.openxmlformats.org/drawingml/2006/main">
              <a:ext uri="{FF2B5EF4-FFF2-40B4-BE49-F238E27FC236}">
                <a16:creationId xmlns:a16="http://schemas.microsoft.com/office/drawing/2014/main" id="{E8C913B5-D378-4052-B224-76A4F891C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781300"/>
            <a:ext cx="1657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横流し兵器から</a:t>
            </a:r>
          </a:p>
          <a:p xmlns:a="http://schemas.openxmlformats.org/drawingml/2006/main">
            <a:pPr algn="ctr">
              <a:defRPr sz="1425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戦闘ログを集める</a:t>
            </a:r>
          </a:p>
        </p:txBody>
      </p:sp>
      <p:sp>
        <p:nvSpPr>
          <p:cNvPr id="13" name="system-arrow-1">
            <a:extLst xmlns:a="http://schemas.openxmlformats.org/drawingml/2006/main">
              <a:ext uri="{FF2B5EF4-FFF2-40B4-BE49-F238E27FC236}">
                <a16:creationId xmlns:a16="http://schemas.microsoft.com/office/drawing/2014/main" id="{07AE7AF2-884B-4406-960E-47842A01C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619375"/>
            <a:ext cx="342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233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4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→</a:t>
            </a:r>
          </a:p>
        </p:txBody>
      </p:sp>
      <p:sp>
        <p:nvSpPr>
          <p:cNvPr id="14" name="system-node-2">
            <a:extLst xmlns:a="http://schemas.openxmlformats.org/drawingml/2006/main">
              <a:ext uri="{FF2B5EF4-FFF2-40B4-BE49-F238E27FC236}">
                <a16:creationId xmlns:a16="http://schemas.microsoft.com/office/drawing/2014/main" id="{1C7034CD-8FCF-4881-B32E-6CDE9928C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152650"/>
            <a:ext cx="20002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4E6"/>
          </a:solidFill>
          <a:ln xmlns:a="http://schemas.openxmlformats.org/drawingml/2006/main" w="19050">
            <a:solidFill>
              <a:srgbClr val="B4202A"/>
            </a:solidFill>
            <a:prstDash val="solid"/>
          </a:ln>
        </p:spPr>
      </p:sp>
      <p:sp>
        <p:nvSpPr>
          <p:cNvPr id="15" name="system-node-head-2">
            <a:extLst xmlns:a="http://schemas.openxmlformats.org/drawingml/2006/main">
              <a:ext uri="{FF2B5EF4-FFF2-40B4-BE49-F238E27FC236}">
                <a16:creationId xmlns:a16="http://schemas.microsoft.com/office/drawing/2014/main" id="{DFBCBE28-C90C-44FF-8490-9DD1D2F38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343150"/>
            <a:ext cx="1657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4202A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B4202A"/>
                </a:solidFill>
                <a:latin typeface="Yu Gothic"/>
                <a:ea typeface="Yu Gothic"/>
                <a:cs typeface="Yu Gothic"/>
              </a:rPr>
              <a:t>ORPHEUS</a:t>
            </a:r>
          </a:p>
        </p:txBody>
      </p:sp>
      <p:sp>
        <p:nvSpPr>
          <p:cNvPr id="16" name="system-node-body-2">
            <a:extLst xmlns:a="http://schemas.openxmlformats.org/drawingml/2006/main">
              <a:ext uri="{FF2B5EF4-FFF2-40B4-BE49-F238E27FC236}">
                <a16:creationId xmlns:a16="http://schemas.microsoft.com/office/drawing/2014/main" id="{84C32307-FA5C-4797-A186-90C3143B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781300"/>
            <a:ext cx="1657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75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需要が落ちる地域を</a:t>
            </a:r>
          </a:p>
          <a:p xmlns:a="http://schemas.openxmlformats.org/drawingml/2006/main">
            <a:pPr algn="ctr">
              <a:defRPr sz="1425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選び、偽情報を送る</a:t>
            </a:r>
          </a:p>
        </p:txBody>
      </p:sp>
      <p:sp>
        <p:nvSpPr>
          <p:cNvPr id="17" name="system-arrow-2">
            <a:extLst xmlns:a="http://schemas.openxmlformats.org/drawingml/2006/main">
              <a:ext uri="{FF2B5EF4-FFF2-40B4-BE49-F238E27FC236}">
                <a16:creationId xmlns:a16="http://schemas.microsoft.com/office/drawing/2014/main" id="{7B5C0F1B-4620-4DEB-99E4-D4ADEA170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619375"/>
            <a:ext cx="342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233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4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→</a:t>
            </a:r>
          </a:p>
        </p:txBody>
      </p:sp>
      <p:sp>
        <p:nvSpPr>
          <p:cNvPr id="18" name="system-node-3">
            <a:extLst xmlns:a="http://schemas.openxmlformats.org/drawingml/2006/main">
              <a:ext uri="{FF2B5EF4-FFF2-40B4-BE49-F238E27FC236}">
                <a16:creationId xmlns:a16="http://schemas.microsoft.com/office/drawing/2014/main" id="{11BA6020-A56E-443D-A6BF-3D12F4614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152650"/>
            <a:ext cx="20002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19" name="system-node-head-3">
            <a:extLst xmlns:a="http://schemas.openxmlformats.org/drawingml/2006/main">
              <a:ext uri="{FF2B5EF4-FFF2-40B4-BE49-F238E27FC236}">
                <a16:creationId xmlns:a16="http://schemas.microsoft.com/office/drawing/2014/main" id="{71564F93-182E-4914-B151-479D42445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343150"/>
            <a:ext cx="1657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小規模紛争</a:t>
            </a:r>
          </a:p>
        </p:txBody>
      </p:sp>
      <p:sp>
        <p:nvSpPr>
          <p:cNvPr id="20" name="system-node-body-3">
            <a:extLst xmlns:a="http://schemas.openxmlformats.org/drawingml/2006/main">
              <a:ext uri="{FF2B5EF4-FFF2-40B4-BE49-F238E27FC236}">
                <a16:creationId xmlns:a16="http://schemas.microsoft.com/office/drawing/2014/main" id="{7C67B496-8612-452B-A78F-1103B3851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781300"/>
            <a:ext cx="1657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75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敵対する両陣営へ</a:t>
            </a:r>
          </a:p>
          <a:p xmlns:a="http://schemas.openxmlformats.org/drawingml/2006/main">
            <a:pPr algn="ctr">
              <a:defRPr sz="1425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武器を行き渡らせる</a:t>
            </a:r>
          </a:p>
        </p:txBody>
      </p:sp>
      <p:sp>
        <p:nvSpPr>
          <p:cNvPr id="21" name="system-arrow-3">
            <a:extLst xmlns:a="http://schemas.openxmlformats.org/drawingml/2006/main">
              <a:ext uri="{FF2B5EF4-FFF2-40B4-BE49-F238E27FC236}">
                <a16:creationId xmlns:a16="http://schemas.microsoft.com/office/drawing/2014/main" id="{060160A9-D160-4056-8ED4-4722A7655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619375"/>
            <a:ext cx="342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233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4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→</a:t>
            </a:r>
          </a:p>
        </p:txBody>
      </p:sp>
      <p:sp>
        <p:nvSpPr>
          <p:cNvPr id="22" name="system-node-4">
            <a:extLst xmlns:a="http://schemas.openxmlformats.org/drawingml/2006/main">
              <a:ext uri="{FF2B5EF4-FFF2-40B4-BE49-F238E27FC236}">
                <a16:creationId xmlns:a16="http://schemas.microsoft.com/office/drawing/2014/main" id="{4F0740D2-6269-4444-8CB4-74929E776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152650"/>
            <a:ext cx="20002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23" name="system-node-head-4">
            <a:extLst xmlns:a="http://schemas.openxmlformats.org/drawingml/2006/main">
              <a:ext uri="{FF2B5EF4-FFF2-40B4-BE49-F238E27FC236}">
                <a16:creationId xmlns:a16="http://schemas.microsoft.com/office/drawing/2014/main" id="{D5A126CF-559A-446D-9881-92D7432FE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343150"/>
            <a:ext cx="1657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正規契約</a:t>
            </a:r>
          </a:p>
        </p:txBody>
      </p:sp>
      <p:sp>
        <p:nvSpPr>
          <p:cNvPr id="24" name="system-node-body-4">
            <a:extLst xmlns:a="http://schemas.openxmlformats.org/drawingml/2006/main">
              <a:ext uri="{FF2B5EF4-FFF2-40B4-BE49-F238E27FC236}">
                <a16:creationId xmlns:a16="http://schemas.microsoft.com/office/drawing/2014/main" id="{0A6A46AE-13E2-4D57-AE29-F1748A875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781300"/>
            <a:ext cx="1657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75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装備・警備・復旧を</a:t>
            </a:r>
          </a:p>
          <a:p xmlns:a="http://schemas.openxmlformats.org/drawingml/2006/main">
            <a:pPr algn="ctr">
              <a:defRPr sz="1425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商品として販売する</a:t>
            </a:r>
          </a:p>
        </p:txBody>
      </p:sp>
      <p:sp>
        <p:nvSpPr>
          <p:cNvPr id="25" name="system-return">
            <a:extLst xmlns:a="http://schemas.openxmlformats.org/drawingml/2006/main">
              <a:ext uri="{FF2B5EF4-FFF2-40B4-BE49-F238E27FC236}">
                <a16:creationId xmlns:a16="http://schemas.microsoft.com/office/drawing/2014/main" id="{C3E84CA6-A046-4599-8893-3A7239A9D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790950"/>
            <a:ext cx="4610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B4202A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B4202A"/>
                </a:solidFill>
                <a:latin typeface="Yu Gothic"/>
                <a:ea typeface="Yu Gothic"/>
                <a:cs typeface="Yu Gothic"/>
              </a:rPr>
              <a:t>収益と新しい需要が、次の流通へ戻る</a:t>
            </a:r>
          </a:p>
        </p:txBody>
      </p:sp>
      <p:sp>
        <p:nvSpPr>
          <p:cNvPr id="26" name="lark-band">
            <a:extLst xmlns:a="http://schemas.openxmlformats.org/drawingml/2006/main">
              <a:ext uri="{FF2B5EF4-FFF2-40B4-BE49-F238E27FC236}">
                <a16:creationId xmlns:a16="http://schemas.microsoft.com/office/drawing/2014/main" id="{E635162B-2855-408C-978C-E3E84F310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107442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6EF"/>
          </a:solidFill>
          <a:ln xmlns:a="http://schemas.openxmlformats.org/drawingml/2006/main" w="9525">
            <a:solidFill>
              <a:srgbClr val="2E8B68"/>
            </a:solidFill>
            <a:prstDash val="solid"/>
          </a:ln>
        </p:spPr>
      </p:sp>
      <p:sp>
        <p:nvSpPr>
          <p:cNvPr id="27" name="lark-label">
            <a:extLst xmlns:a="http://schemas.openxmlformats.org/drawingml/2006/main">
              <a:ext uri="{FF2B5EF4-FFF2-40B4-BE49-F238E27FC236}">
                <a16:creationId xmlns:a16="http://schemas.microsoft.com/office/drawing/2014/main" id="{7C16C357-38CA-4B49-BBE6-41FAAAF9C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6725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E8B68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2E8B68"/>
                </a:solidFill>
                <a:latin typeface="Yu Gothic"/>
                <a:ea typeface="Yu Gothic"/>
                <a:cs typeface="Yu Gothic"/>
              </a:rPr>
              <a:t>LARK</a:t>
            </a:r>
          </a:p>
        </p:txBody>
      </p:sp>
      <p:sp>
        <p:nvSpPr>
          <p:cNvPr id="28" name="lark-copy">
            <a:extLst xmlns:a="http://schemas.openxmlformats.org/drawingml/2006/main">
              <a:ext uri="{FF2B5EF4-FFF2-40B4-BE49-F238E27FC236}">
                <a16:creationId xmlns:a16="http://schemas.microsoft.com/office/drawing/2014/main" id="{2E043935-91A7-4BAC-B40E-360829C01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629150"/>
            <a:ext cx="876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汚染されていない独立認証核 ＝ 不正命令の証明 + ORPHEUSの停止鍵</a:t>
            </a:r>
          </a:p>
        </p:txBody>
      </p:sp>
      <p:sp>
        <p:nvSpPr>
          <p:cNvPr id="29" name="system-contrast">
            <a:extLst xmlns:a="http://schemas.openxmlformats.org/drawingml/2006/main">
              <a:ext uri="{FF2B5EF4-FFF2-40B4-BE49-F238E27FC236}">
                <a16:creationId xmlns:a16="http://schemas.microsoft.com/office/drawing/2014/main" id="{9601076B-7E5C-4F53-BDC2-05A372AAE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744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真壁：最適な大局を選ぶ　／　山田：守る相手の顔を見て決める</a:t>
            </a:r>
          </a:p>
        </p:txBody>
      </p:sp>
    </p:spTree>
    <p:extLst>
      <p:ext uri="{BB962C8B-B14F-4D97-AF65-F5344CB8AC3E}">
        <p14:creationId xmlns:p14="http://schemas.microsoft.com/office/powerpoint/2010/main" val="67973140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section-5">
            <a:extLst xmlns:a="http://schemas.openxmlformats.org/drawingml/2006/main">
              <a:ext uri="{FF2B5EF4-FFF2-40B4-BE49-F238E27FC236}">
                <a16:creationId xmlns:a16="http://schemas.microsoft.com/office/drawing/2014/main" id="{0B48B1F4-17AF-4D17-9FC5-43915A75C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368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5F6368"/>
                </a:solidFill>
                <a:latin typeface="Yu Gothic"/>
                <a:ea typeface="Yu Gothic"/>
                <a:cs typeface="Yu Gothic"/>
              </a:rPr>
              <a:t>STORY BIBLE</a:t>
            </a:r>
          </a:p>
        </p:txBody>
      </p:sp>
      <p:sp>
        <p:nvSpPr>
          <p:cNvPr id="2" name="page-5">
            <a:extLst xmlns:a="http://schemas.openxmlformats.org/drawingml/2006/main">
              <a:ext uri="{FF2B5EF4-FFF2-40B4-BE49-F238E27FC236}">
                <a16:creationId xmlns:a16="http://schemas.microsoft.com/office/drawing/2014/main" id="{09D727CA-DDF3-48D2-B17B-31117ABBC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817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368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5F6368"/>
                </a:solidFill>
                <a:latin typeface="Yu Gothic"/>
                <a:ea typeface="Yu Gothic"/>
                <a:cs typeface="Yu Gothic"/>
              </a:rPr>
              <a:t>05</a:t>
            </a:r>
          </a:p>
        </p:txBody>
      </p:sp>
      <p:sp>
        <p:nvSpPr>
          <p:cNvPr id="3" name="title-5">
            <a:extLst xmlns:a="http://schemas.openxmlformats.org/drawingml/2006/main">
              <a:ext uri="{FF2B5EF4-FFF2-40B4-BE49-F238E27FC236}">
                <a16:creationId xmlns:a16="http://schemas.microsoft.com/office/drawing/2014/main" id="{EF9B26DC-204A-4FC6-A38E-BEE662D41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11125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36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五幕は、仕事の違和感を世界規模の責任へ拡大する</a:t>
            </a:r>
          </a:p>
        </p:txBody>
      </p:sp>
      <p:sp>
        <p:nvSpPr>
          <p:cNvPr id="4" name="title-rule-5">
            <a:extLst xmlns:a="http://schemas.openxmlformats.org/drawingml/2006/main">
              <a:ext uri="{FF2B5EF4-FFF2-40B4-BE49-F238E27FC236}">
                <a16:creationId xmlns:a16="http://schemas.microsoft.com/office/drawing/2014/main" id="{A528A4D2-D64F-4544-A9E8-200786D37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5" name="act-accent-一-48">
            <a:extLst xmlns:a="http://schemas.openxmlformats.org/drawingml/2006/main">
              <a:ext uri="{FF2B5EF4-FFF2-40B4-BE49-F238E27FC236}">
                <a16:creationId xmlns:a16="http://schemas.microsoft.com/office/drawing/2014/main" id="{1CAB9804-BFFE-4E61-837B-E889A867B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2000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act-num-一-48">
            <a:extLst xmlns:a="http://schemas.openxmlformats.org/drawingml/2006/main">
              <a:ext uri="{FF2B5EF4-FFF2-40B4-BE49-F238E27FC236}">
                <a16:creationId xmlns:a16="http://schemas.microsoft.com/office/drawing/2014/main" id="{D165346A-9E23-4EB6-88A2-125F37339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240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F6368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5F6368"/>
                </a:solidFill>
                <a:latin typeface="Yu Gothic"/>
                <a:ea typeface="Yu Gothic"/>
                <a:cs typeface="Yu Gothic"/>
              </a:rPr>
              <a:t>第一幕</a:t>
            </a:r>
          </a:p>
        </p:txBody>
      </p:sp>
      <p:sp>
        <p:nvSpPr>
          <p:cNvPr id="7" name="act-title-一-48">
            <a:extLst xmlns:a="http://schemas.openxmlformats.org/drawingml/2006/main">
              <a:ext uri="{FF2B5EF4-FFF2-40B4-BE49-F238E27FC236}">
                <a16:creationId xmlns:a16="http://schemas.microsoft.com/office/drawing/2014/main" id="{3401F5AC-BABE-43AF-8090-A2CC51890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66950"/>
            <a:ext cx="200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拾った火種</a:t>
            </a:r>
          </a:p>
        </p:txBody>
      </p:sp>
      <p:sp>
        <p:nvSpPr>
          <p:cNvPr id="8" name="act-ch-一-48">
            <a:extLst xmlns:a="http://schemas.openxmlformats.org/drawingml/2006/main">
              <a:ext uri="{FF2B5EF4-FFF2-40B4-BE49-F238E27FC236}">
                <a16:creationId xmlns:a16="http://schemas.microsoft.com/office/drawing/2014/main" id="{0A0C2785-82F2-4938-8F9B-68939DF42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8C2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CH 01–04</a:t>
            </a:r>
          </a:p>
        </p:txBody>
      </p:sp>
      <p:sp>
        <p:nvSpPr>
          <p:cNvPr id="9" name="act-body-一-48">
            <a:extLst xmlns:a="http://schemas.openxmlformats.org/drawingml/2006/main">
              <a:ext uri="{FF2B5EF4-FFF2-40B4-BE49-F238E27FC236}">
                <a16:creationId xmlns:a16="http://schemas.microsoft.com/office/drawing/2014/main" id="{2FA21C76-3021-4728-B297-DF8EDADC2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0"/>
            <a:ext cx="20002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K1試験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対機甲弾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美緒誘拐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空の救出地点</a:t>
            </a:r>
          </a:p>
        </p:txBody>
      </p:sp>
      <p:sp>
        <p:nvSpPr>
          <p:cNvPr id="10" name="act-accent-二-294">
            <a:extLst xmlns:a="http://schemas.openxmlformats.org/drawingml/2006/main">
              <a:ext uri="{FF2B5EF4-FFF2-40B4-BE49-F238E27FC236}">
                <a16:creationId xmlns:a16="http://schemas.microsoft.com/office/drawing/2014/main" id="{B3AC981E-1EE2-43B6-BF92-03C7A70CE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676400"/>
            <a:ext cx="2000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act-num-二-294">
            <a:extLst xmlns:a="http://schemas.openxmlformats.org/drawingml/2006/main">
              <a:ext uri="{FF2B5EF4-FFF2-40B4-BE49-F238E27FC236}">
                <a16:creationId xmlns:a16="http://schemas.microsoft.com/office/drawing/2014/main" id="{AE9F7C92-C348-4020-B6A4-C788F8D3A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9240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F6368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5F6368"/>
                </a:solidFill>
                <a:latin typeface="Yu Gothic"/>
                <a:ea typeface="Yu Gothic"/>
                <a:cs typeface="Yu Gothic"/>
              </a:rPr>
              <a:t>第二幕</a:t>
            </a:r>
          </a:p>
        </p:txBody>
      </p:sp>
      <p:sp>
        <p:nvSpPr>
          <p:cNvPr id="12" name="act-title-二-294">
            <a:extLst xmlns:a="http://schemas.openxmlformats.org/drawingml/2006/main">
              <a:ext uri="{FF2B5EF4-FFF2-40B4-BE49-F238E27FC236}">
                <a16:creationId xmlns:a16="http://schemas.microsoft.com/office/drawing/2014/main" id="{426B5611-B0A1-4496-B54C-205F28B3C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266950"/>
            <a:ext cx="200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黒い流通網</a:t>
            </a:r>
          </a:p>
        </p:txBody>
      </p:sp>
      <p:sp>
        <p:nvSpPr>
          <p:cNvPr id="13" name="act-ch-二-294">
            <a:extLst xmlns:a="http://schemas.openxmlformats.org/drawingml/2006/main">
              <a:ext uri="{FF2B5EF4-FFF2-40B4-BE49-F238E27FC236}">
                <a16:creationId xmlns:a16="http://schemas.microsoft.com/office/drawing/2014/main" id="{5B05E904-039B-4FAE-B1F7-2E025AC5F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0480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8C2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CH 05–08</a:t>
            </a:r>
          </a:p>
        </p:txBody>
      </p:sp>
      <p:sp>
        <p:nvSpPr>
          <p:cNvPr id="14" name="act-body-二-294">
            <a:extLst xmlns:a="http://schemas.openxmlformats.org/drawingml/2006/main">
              <a:ext uri="{FF2B5EF4-FFF2-40B4-BE49-F238E27FC236}">
                <a16:creationId xmlns:a16="http://schemas.microsoft.com/office/drawing/2014/main" id="{7433009A-50B9-4E8E-8E4D-67D88B904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429000"/>
            <a:ext cx="20002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地下輸送路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偽旗の港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ORPHEUS名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美緒の警告</a:t>
            </a:r>
          </a:p>
        </p:txBody>
      </p:sp>
      <p:sp>
        <p:nvSpPr>
          <p:cNvPr id="15" name="act-accent-三-540">
            <a:extLst xmlns:a="http://schemas.openxmlformats.org/drawingml/2006/main">
              <a:ext uri="{FF2B5EF4-FFF2-40B4-BE49-F238E27FC236}">
                <a16:creationId xmlns:a16="http://schemas.microsoft.com/office/drawing/2014/main" id="{27F57918-C5A6-42B6-B547-16CA170FE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676400"/>
            <a:ext cx="2000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act-num-三-540">
            <a:extLst xmlns:a="http://schemas.openxmlformats.org/drawingml/2006/main">
              <a:ext uri="{FF2B5EF4-FFF2-40B4-BE49-F238E27FC236}">
                <a16:creationId xmlns:a16="http://schemas.microsoft.com/office/drawing/2014/main" id="{4B755F07-0375-4A5F-AB8C-0971560B7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9240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F6368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5F6368"/>
                </a:solidFill>
                <a:latin typeface="Yu Gothic"/>
                <a:ea typeface="Yu Gothic"/>
                <a:cs typeface="Yu Gothic"/>
              </a:rPr>
              <a:t>第三幕</a:t>
            </a:r>
          </a:p>
        </p:txBody>
      </p:sp>
      <p:sp>
        <p:nvSpPr>
          <p:cNvPr id="17" name="act-title-三-540">
            <a:extLst xmlns:a="http://schemas.openxmlformats.org/drawingml/2006/main">
              <a:ext uri="{FF2B5EF4-FFF2-40B4-BE49-F238E27FC236}">
                <a16:creationId xmlns:a16="http://schemas.microsoft.com/office/drawing/2014/main" id="{DCC8ED67-33C6-4B53-A7CC-30E19F909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266950"/>
            <a:ext cx="200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鎧の値段</a:t>
            </a:r>
          </a:p>
        </p:txBody>
      </p:sp>
      <p:sp>
        <p:nvSpPr>
          <p:cNvPr id="18" name="act-ch-三-540">
            <a:extLst xmlns:a="http://schemas.openxmlformats.org/drawingml/2006/main">
              <a:ext uri="{FF2B5EF4-FFF2-40B4-BE49-F238E27FC236}">
                <a16:creationId xmlns:a16="http://schemas.microsoft.com/office/drawing/2014/main" id="{62B381F0-D042-443E-8F8F-E47BF4403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0480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CH 09–12</a:t>
            </a:r>
          </a:p>
        </p:txBody>
      </p:sp>
      <p:sp>
        <p:nvSpPr>
          <p:cNvPr id="19" name="act-body-三-540">
            <a:extLst xmlns:a="http://schemas.openxmlformats.org/drawingml/2006/main">
              <a:ext uri="{FF2B5EF4-FFF2-40B4-BE49-F238E27FC236}">
                <a16:creationId xmlns:a16="http://schemas.microsoft.com/office/drawing/2014/main" id="{BAA76EDD-F697-4A17-9AF0-0E329A17F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429000"/>
            <a:ext cx="20002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K1遠隔停止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ytc濡れ衣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15人の逃亡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本社防衛</a:t>
            </a:r>
          </a:p>
        </p:txBody>
      </p:sp>
      <p:sp>
        <p:nvSpPr>
          <p:cNvPr id="20" name="act-accent-四-786">
            <a:extLst xmlns:a="http://schemas.openxmlformats.org/drawingml/2006/main">
              <a:ext uri="{FF2B5EF4-FFF2-40B4-BE49-F238E27FC236}">
                <a16:creationId xmlns:a16="http://schemas.microsoft.com/office/drawing/2014/main" id="{E68F995B-EE9F-42AB-85A3-4924FFF48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676400"/>
            <a:ext cx="2000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act-num-四-786">
            <a:extLst xmlns:a="http://schemas.openxmlformats.org/drawingml/2006/main">
              <a:ext uri="{FF2B5EF4-FFF2-40B4-BE49-F238E27FC236}">
                <a16:creationId xmlns:a16="http://schemas.microsoft.com/office/drawing/2014/main" id="{29B776A0-47BA-4880-820C-F1E18617C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9240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F6368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5F6368"/>
                </a:solidFill>
                <a:latin typeface="Yu Gothic"/>
                <a:ea typeface="Yu Gothic"/>
                <a:cs typeface="Yu Gothic"/>
              </a:rPr>
              <a:t>第四幕</a:t>
            </a:r>
          </a:p>
        </p:txBody>
      </p:sp>
      <p:sp>
        <p:nvSpPr>
          <p:cNvPr id="22" name="act-title-四-786">
            <a:extLst xmlns:a="http://schemas.openxmlformats.org/drawingml/2006/main">
              <a:ext uri="{FF2B5EF4-FFF2-40B4-BE49-F238E27FC236}">
                <a16:creationId xmlns:a16="http://schemas.microsoft.com/office/drawing/2014/main" id="{88DEA971-B375-49B2-83A9-F93A81873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266950"/>
            <a:ext cx="200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誰に届けるか</a:t>
            </a:r>
          </a:p>
        </p:txBody>
      </p:sp>
      <p:sp>
        <p:nvSpPr>
          <p:cNvPr id="23" name="act-ch-四-786">
            <a:extLst xmlns:a="http://schemas.openxmlformats.org/drawingml/2006/main">
              <a:ext uri="{FF2B5EF4-FFF2-40B4-BE49-F238E27FC236}">
                <a16:creationId xmlns:a16="http://schemas.microsoft.com/office/drawing/2014/main" id="{C51FAA51-F940-42B1-ACB3-F5FFDDAFF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0480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CH 13–16</a:t>
            </a:r>
          </a:p>
        </p:txBody>
      </p:sp>
      <p:sp>
        <p:nvSpPr>
          <p:cNvPr id="24" name="act-body-四-786">
            <a:extLst xmlns:a="http://schemas.openxmlformats.org/drawingml/2006/main">
              <a:ext uri="{FF2B5EF4-FFF2-40B4-BE49-F238E27FC236}">
                <a16:creationId xmlns:a16="http://schemas.microsoft.com/office/drawing/2014/main" id="{5B6F1EBC-E02B-4A8F-AD8B-A8F1D0084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429000"/>
            <a:ext cx="20002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限定同盟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HALO破壊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美緒救出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民間人優先</a:t>
            </a:r>
          </a:p>
        </p:txBody>
      </p:sp>
      <p:sp>
        <p:nvSpPr>
          <p:cNvPr id="25" name="act-accent-五-1032">
            <a:extLst xmlns:a="http://schemas.openxmlformats.org/drawingml/2006/main">
              <a:ext uri="{FF2B5EF4-FFF2-40B4-BE49-F238E27FC236}">
                <a16:creationId xmlns:a16="http://schemas.microsoft.com/office/drawing/2014/main" id="{F1CC1E5D-5B76-4879-B809-0326D4B27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1676400"/>
            <a:ext cx="2000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0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act-num-五-1032">
            <a:extLst xmlns:a="http://schemas.openxmlformats.org/drawingml/2006/main">
              <a:ext uri="{FF2B5EF4-FFF2-40B4-BE49-F238E27FC236}">
                <a16:creationId xmlns:a16="http://schemas.microsoft.com/office/drawing/2014/main" id="{A0778B14-127A-4096-B419-5BA7FEFD5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19240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F6368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5F6368"/>
                </a:solidFill>
                <a:latin typeface="Yu Gothic"/>
                <a:ea typeface="Yu Gothic"/>
                <a:cs typeface="Yu Gothic"/>
              </a:rPr>
              <a:t>第五幕</a:t>
            </a:r>
          </a:p>
        </p:txBody>
      </p:sp>
      <p:sp>
        <p:nvSpPr>
          <p:cNvPr id="27" name="act-title-五-1032">
            <a:extLst xmlns:a="http://schemas.openxmlformats.org/drawingml/2006/main">
              <a:ext uri="{FF2B5EF4-FFF2-40B4-BE49-F238E27FC236}">
                <a16:creationId xmlns:a16="http://schemas.microsoft.com/office/drawing/2014/main" id="{F3776726-DC15-4B2C-8D8C-323486E16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266950"/>
            <a:ext cx="200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明日を届ける</a:t>
            </a:r>
          </a:p>
        </p:txBody>
      </p:sp>
      <p:sp>
        <p:nvSpPr>
          <p:cNvPr id="28" name="act-ch-五-1032">
            <a:extLst xmlns:a="http://schemas.openxmlformats.org/drawingml/2006/main">
              <a:ext uri="{FF2B5EF4-FFF2-40B4-BE49-F238E27FC236}">
                <a16:creationId xmlns:a16="http://schemas.microsoft.com/office/drawing/2014/main" id="{5A29B533-60A8-4199-86B6-6E13E5939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0480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4202A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B4202A"/>
                </a:solidFill>
                <a:latin typeface="Yu Gothic"/>
                <a:ea typeface="Yu Gothic"/>
                <a:cs typeface="Yu Gothic"/>
              </a:rPr>
              <a:t>CH 17–20</a:t>
            </a:r>
          </a:p>
        </p:txBody>
      </p:sp>
      <p:sp>
        <p:nvSpPr>
          <p:cNvPr id="29" name="act-body-五-1032">
            <a:extLst xmlns:a="http://schemas.openxmlformats.org/drawingml/2006/main">
              <a:ext uri="{FF2B5EF4-FFF2-40B4-BE49-F238E27FC236}">
                <a16:creationId xmlns:a16="http://schemas.microsoft.com/office/drawing/2014/main" id="{46B20027-0C85-4952-87BD-B6997D7D7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429000"/>
            <a:ext cx="20002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物流中枢停止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全面戦争回避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Kの系譜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アーク決戦</a:t>
            </a:r>
          </a:p>
        </p:txBody>
      </p:sp>
      <p:sp>
        <p:nvSpPr>
          <p:cNvPr id="30" name="acts-bottom">
            <a:extLst xmlns:a="http://schemas.openxmlformats.org/drawingml/2006/main">
              <a:ext uri="{FF2B5EF4-FFF2-40B4-BE49-F238E27FC236}">
                <a16:creationId xmlns:a16="http://schemas.microsoft.com/office/drawing/2014/main" id="{6804D925-FB8B-417C-A48A-77EF488F4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05450"/>
            <a:ext cx="11334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acts-bottom-copy">
            <a:extLst xmlns:a="http://schemas.openxmlformats.org/drawingml/2006/main">
              <a:ext uri="{FF2B5EF4-FFF2-40B4-BE49-F238E27FC236}">
                <a16:creationId xmlns:a16="http://schemas.microsoft.com/office/drawing/2014/main" id="{E4A7EC5F-6A96-48C8-BA34-1E6E0ED14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10877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各幕は一つの答えを出し、次の幕へより大きな問いを残す。</a:t>
            </a:r>
          </a:p>
        </p:txBody>
      </p:sp>
    </p:spTree>
    <p:extLst>
      <p:ext uri="{BB962C8B-B14F-4D97-AF65-F5344CB8AC3E}">
        <p14:creationId xmlns:p14="http://schemas.microsoft.com/office/powerpoint/2010/main" val="47069541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ection-6">
            <a:extLst xmlns:a="http://schemas.openxmlformats.org/drawingml/2006/main">
              <a:ext uri="{FF2B5EF4-FFF2-40B4-BE49-F238E27FC236}">
                <a16:creationId xmlns:a16="http://schemas.microsoft.com/office/drawing/2014/main" id="{D1CE6EBD-2C69-4652-AF30-ADAB5E287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368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5F6368"/>
                </a:solidFill>
                <a:latin typeface="Yu Gothic"/>
                <a:ea typeface="Yu Gothic"/>
                <a:cs typeface="Yu Gothic"/>
              </a:rPr>
              <a:t>ACT I / CH 01–04</a:t>
            </a:r>
          </a:p>
        </p:txBody>
      </p:sp>
      <p:sp>
        <p:nvSpPr>
          <p:cNvPr id="2" name="page-6">
            <a:extLst xmlns:a="http://schemas.openxmlformats.org/drawingml/2006/main">
              <a:ext uri="{FF2B5EF4-FFF2-40B4-BE49-F238E27FC236}">
                <a16:creationId xmlns:a16="http://schemas.microsoft.com/office/drawing/2014/main" id="{BF7483E0-DFCA-49A2-A095-C585C45C9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817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368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5F6368"/>
                </a:solidFill>
                <a:latin typeface="Yu Gothic"/>
                <a:ea typeface="Yu Gothic"/>
                <a:cs typeface="Yu Gothic"/>
              </a:rPr>
              <a:t>06</a:t>
            </a:r>
          </a:p>
        </p:txBody>
      </p:sp>
      <p:sp>
        <p:nvSpPr>
          <p:cNvPr id="3" name="title-6">
            <a:extLst xmlns:a="http://schemas.openxmlformats.org/drawingml/2006/main">
              <a:ext uri="{FF2B5EF4-FFF2-40B4-BE49-F238E27FC236}">
                <a16:creationId xmlns:a16="http://schemas.microsoft.com/office/drawing/2014/main" id="{03A8D623-3D2A-4B48-B7C8-8796BC83D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11125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36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第一幕は「不釣り合い」を謎にする</a:t>
            </a:r>
          </a:p>
        </p:txBody>
      </p:sp>
      <p:sp>
        <p:nvSpPr>
          <p:cNvPr id="4" name="title-rule-6">
            <a:extLst xmlns:a="http://schemas.openxmlformats.org/drawingml/2006/main">
              <a:ext uri="{FF2B5EF4-FFF2-40B4-BE49-F238E27FC236}">
                <a16:creationId xmlns:a16="http://schemas.microsoft.com/office/drawing/2014/main" id="{F5D62AB7-25F9-4088-874A-9A220388A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5" name="ch-num-1">
            <a:extLst xmlns:a="http://schemas.openxmlformats.org/drawingml/2006/main">
              <a:ext uri="{FF2B5EF4-FFF2-40B4-BE49-F238E27FC236}">
                <a16:creationId xmlns:a16="http://schemas.microsoft.com/office/drawing/2014/main" id="{58CBD275-B5B8-4015-87AF-8F2FC0860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2457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8C2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CH 01</a:t>
            </a:r>
          </a:p>
        </p:txBody>
      </p:sp>
      <p:sp>
        <p:nvSpPr>
          <p:cNvPr id="6" name="ch-title-1">
            <a:extLst xmlns:a="http://schemas.openxmlformats.org/drawingml/2006/main">
              <a:ext uri="{FF2B5EF4-FFF2-40B4-BE49-F238E27FC236}">
                <a16:creationId xmlns:a16="http://schemas.microsoft.com/office/drawing/2014/main" id="{318F338F-C40D-4B52-A26C-D9D7143EA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00250"/>
            <a:ext cx="2457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笑顔の試験機</a:t>
            </a:r>
          </a:p>
        </p:txBody>
      </p:sp>
      <p:sp>
        <p:nvSpPr>
          <p:cNvPr id="7" name="ch-beat-1">
            <a:extLst xmlns:a="http://schemas.openxmlformats.org/drawingml/2006/main">
              <a:ext uri="{FF2B5EF4-FFF2-40B4-BE49-F238E27FC236}">
                <a16:creationId xmlns:a16="http://schemas.microsoft.com/office/drawing/2014/main" id="{2E6CCCA2-D628-44D8-9488-390D55E6D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05100"/>
            <a:ext cx="24574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山田がK1の外部テスターに。試験成功後も、認証ログには不自然な空白が残る。</a:t>
            </a:r>
          </a:p>
        </p:txBody>
      </p:sp>
      <p:sp>
        <p:nvSpPr>
          <p:cNvPr id="8" name="ch-rule-1">
            <a:extLst xmlns:a="http://schemas.openxmlformats.org/drawingml/2006/main">
              <a:ext uri="{FF2B5EF4-FFF2-40B4-BE49-F238E27FC236}">
                <a16:creationId xmlns:a16="http://schemas.microsoft.com/office/drawing/2014/main" id="{CD08281E-A6A6-4D1C-919A-0460AA3AA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24350"/>
            <a:ext cx="2457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ch-result-1">
            <a:extLst xmlns:a="http://schemas.openxmlformats.org/drawingml/2006/main">
              <a:ext uri="{FF2B5EF4-FFF2-40B4-BE49-F238E27FC236}">
                <a16:creationId xmlns:a16="http://schemas.microsoft.com/office/drawing/2014/main" id="{2038AB5A-52C4-4170-B293-4D4063E31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24574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F6368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5F6368"/>
                </a:solidFill>
                <a:latin typeface="Yu Gothic"/>
                <a:ea typeface="Yu Gothic"/>
                <a:cs typeface="Yu Gothic"/>
              </a:rPr>
              <a:t>K1を無償貸与</a:t>
            </a:r>
          </a:p>
          <a:p xmlns:a="http://schemas.openxmlformats.org/drawingml/2006/main">
            <a:pPr algn="l">
              <a:defRPr sz="1425" b="1">
                <a:solidFill>
                  <a:srgbClr val="5F6368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5F6368"/>
                </a:solidFill>
                <a:latin typeface="Yu Gothic"/>
                <a:ea typeface="Yu Gothic"/>
                <a:cs typeface="Yu Gothic"/>
              </a:rPr>
              <a:t>基本操作を習得</a:t>
            </a:r>
          </a:p>
        </p:txBody>
      </p:sp>
      <p:sp>
        <p:nvSpPr>
          <p:cNvPr id="10" name="ch-num-2">
            <a:extLst xmlns:a="http://schemas.openxmlformats.org/drawingml/2006/main">
              <a:ext uri="{FF2B5EF4-FFF2-40B4-BE49-F238E27FC236}">
                <a16:creationId xmlns:a16="http://schemas.microsoft.com/office/drawing/2014/main" id="{C5E75857-F15C-46C7-AFAB-7B38DE7BE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76400"/>
            <a:ext cx="2457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8C2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CH 02</a:t>
            </a:r>
          </a:p>
        </p:txBody>
      </p:sp>
      <p:sp>
        <p:nvSpPr>
          <p:cNvPr id="11" name="ch-title-2">
            <a:extLst xmlns:a="http://schemas.openxmlformats.org/drawingml/2006/main">
              <a:ext uri="{FF2B5EF4-FFF2-40B4-BE49-F238E27FC236}">
                <a16:creationId xmlns:a16="http://schemas.microsoft.com/office/drawing/2014/main" id="{6FB10CCA-F1DF-41CD-84F3-5D758865C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00250"/>
            <a:ext cx="2457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間違った口径</a:t>
            </a:r>
          </a:p>
        </p:txBody>
      </p:sp>
      <p:sp>
        <p:nvSpPr>
          <p:cNvPr id="12" name="ch-beat-2">
            <a:extLst xmlns:a="http://schemas.openxmlformats.org/drawingml/2006/main">
              <a:ext uri="{FF2B5EF4-FFF2-40B4-BE49-F238E27FC236}">
                <a16:creationId xmlns:a16="http://schemas.microsoft.com/office/drawing/2014/main" id="{628B684F-F142-47C9-B9E4-73E05C678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05100"/>
            <a:ext cx="24574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医療セル配送中、一般強盗が認可級の対機甲弾を撃つ。</a:t>
            </a:r>
          </a:p>
        </p:txBody>
      </p:sp>
      <p:sp>
        <p:nvSpPr>
          <p:cNvPr id="13" name="ch-rule-2">
            <a:extLst xmlns:a="http://schemas.openxmlformats.org/drawingml/2006/main">
              <a:ext uri="{FF2B5EF4-FFF2-40B4-BE49-F238E27FC236}">
                <a16:creationId xmlns:a16="http://schemas.microsoft.com/office/drawing/2014/main" id="{38B1F983-1880-4123-BF0B-D8FA105EC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324350"/>
            <a:ext cx="2457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ch-result-2">
            <a:extLst xmlns:a="http://schemas.openxmlformats.org/drawingml/2006/main">
              <a:ext uri="{FF2B5EF4-FFF2-40B4-BE49-F238E27FC236}">
                <a16:creationId xmlns:a16="http://schemas.microsoft.com/office/drawing/2014/main" id="{9FF21602-B720-414D-806A-04C34B51C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476750"/>
            <a:ext cx="24574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F6368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5F6368"/>
                </a:solidFill>
                <a:latin typeface="Yu Gothic"/>
                <a:ea typeface="Yu Gothic"/>
                <a:cs typeface="Yu Gothic"/>
              </a:rPr>
              <a:t>弾丸を証拠として回収</a:t>
            </a:r>
          </a:p>
          <a:p xmlns:a="http://schemas.openxmlformats.org/drawingml/2006/main">
            <a:pPr algn="l">
              <a:defRPr sz="1425" b="1">
                <a:solidFill>
                  <a:srgbClr val="5F6368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5F6368"/>
                </a:solidFill>
                <a:latin typeface="Yu Gothic"/>
                <a:ea typeface="Yu Gothic"/>
                <a:cs typeface="Yu Gothic"/>
              </a:rPr>
              <a:t>兵器流出を疑う</a:t>
            </a:r>
          </a:p>
        </p:txBody>
      </p:sp>
      <p:sp>
        <p:nvSpPr>
          <p:cNvPr id="15" name="ch-num-3">
            <a:extLst xmlns:a="http://schemas.openxmlformats.org/drawingml/2006/main">
              <a:ext uri="{FF2B5EF4-FFF2-40B4-BE49-F238E27FC236}">
                <a16:creationId xmlns:a16="http://schemas.microsoft.com/office/drawing/2014/main" id="{38608F1F-A196-4037-A27B-73EB71F72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676400"/>
            <a:ext cx="2457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8C2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CH 03</a:t>
            </a:r>
          </a:p>
        </p:txBody>
      </p:sp>
      <p:sp>
        <p:nvSpPr>
          <p:cNvPr id="16" name="ch-title-3">
            <a:extLst xmlns:a="http://schemas.openxmlformats.org/drawingml/2006/main">
              <a:ext uri="{FF2B5EF4-FFF2-40B4-BE49-F238E27FC236}">
                <a16:creationId xmlns:a16="http://schemas.microsoft.com/office/drawing/2014/main" id="{AC8B0423-B94A-4434-90C3-162722578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000250"/>
            <a:ext cx="2457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静かな病棟</a:t>
            </a:r>
          </a:p>
        </p:txBody>
      </p:sp>
      <p:sp>
        <p:nvSpPr>
          <p:cNvPr id="17" name="ch-beat-3">
            <a:extLst xmlns:a="http://schemas.openxmlformats.org/drawingml/2006/main">
              <a:ext uri="{FF2B5EF4-FFF2-40B4-BE49-F238E27FC236}">
                <a16:creationId xmlns:a16="http://schemas.microsoft.com/office/drawing/2014/main" id="{ED05597E-8B5B-4259-948B-7432D10B6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705100"/>
            <a:ext cx="24574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美緒だけを狙う精密誘拐。非武装の山田は市民を逃がし、追跡で車両を失う。</a:t>
            </a:r>
          </a:p>
        </p:txBody>
      </p:sp>
      <p:sp>
        <p:nvSpPr>
          <p:cNvPr id="18" name="ch-rule-3">
            <a:extLst xmlns:a="http://schemas.openxmlformats.org/drawingml/2006/main">
              <a:ext uri="{FF2B5EF4-FFF2-40B4-BE49-F238E27FC236}">
                <a16:creationId xmlns:a16="http://schemas.microsoft.com/office/drawing/2014/main" id="{7E5B131E-517D-4C7C-A526-39A73FF7E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324350"/>
            <a:ext cx="2457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ch-result-3">
            <a:extLst xmlns:a="http://schemas.openxmlformats.org/drawingml/2006/main">
              <a:ext uri="{FF2B5EF4-FFF2-40B4-BE49-F238E27FC236}">
                <a16:creationId xmlns:a16="http://schemas.microsoft.com/office/drawing/2014/main" id="{5456BA2E-2098-4F36-94DD-2A39E37B9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476750"/>
            <a:ext cx="24574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F6368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5F6368"/>
                </a:solidFill>
                <a:latin typeface="Yu Gothic"/>
                <a:ea typeface="Yu Gothic"/>
                <a:cs typeface="Yu Gothic"/>
              </a:rPr>
              <a:t>唯一の強制敗北</a:t>
            </a:r>
          </a:p>
          <a:p xmlns:a="http://schemas.openxmlformats.org/drawingml/2006/main">
            <a:pPr algn="l">
              <a:defRPr sz="1425" b="1">
                <a:solidFill>
                  <a:srgbClr val="5F6368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5F6368"/>
                </a:solidFill>
                <a:latin typeface="Yu Gothic"/>
                <a:ea typeface="Yu Gothic"/>
                <a:cs typeface="Yu Gothic"/>
              </a:rPr>
              <a:t>誘拐の計画性を示す</a:t>
            </a:r>
          </a:p>
        </p:txBody>
      </p:sp>
      <p:sp>
        <p:nvSpPr>
          <p:cNvPr id="20" name="ch-num-4">
            <a:extLst xmlns:a="http://schemas.openxmlformats.org/drawingml/2006/main">
              <a:ext uri="{FF2B5EF4-FFF2-40B4-BE49-F238E27FC236}">
                <a16:creationId xmlns:a16="http://schemas.microsoft.com/office/drawing/2014/main" id="{0A74C669-8201-4ADF-9BB1-447218E0E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676400"/>
            <a:ext cx="2457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8C2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CH 04</a:t>
            </a:r>
          </a:p>
        </p:txBody>
      </p:sp>
      <p:sp>
        <p:nvSpPr>
          <p:cNvPr id="21" name="ch-title-4">
            <a:extLst xmlns:a="http://schemas.openxmlformats.org/drawingml/2006/main">
              <a:ext uri="{FF2B5EF4-FFF2-40B4-BE49-F238E27FC236}">
                <a16:creationId xmlns:a16="http://schemas.microsoft.com/office/drawing/2014/main" id="{ADD38595-8E90-41DA-A1FC-6935411F0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000250"/>
            <a:ext cx="2457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955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誰もいない救出地点</a:t>
            </a:r>
          </a:p>
        </p:txBody>
      </p:sp>
      <p:sp>
        <p:nvSpPr>
          <p:cNvPr id="22" name="ch-beat-4">
            <a:extLst xmlns:a="http://schemas.openxmlformats.org/drawingml/2006/main">
              <a:ext uri="{FF2B5EF4-FFF2-40B4-BE49-F238E27FC236}">
                <a16:creationId xmlns:a16="http://schemas.microsoft.com/office/drawing/2014/main" id="{681531B5-1495-4DC3-92EE-335B4ED37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705100"/>
            <a:ext cx="24574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旧式機甲兵を撃破。しかし美緒は移送済みで、黒い線路の荷札だけが残る。</a:t>
            </a:r>
          </a:p>
        </p:txBody>
      </p:sp>
      <p:sp>
        <p:nvSpPr>
          <p:cNvPr id="23" name="ch-rule-4">
            <a:extLst xmlns:a="http://schemas.openxmlformats.org/drawingml/2006/main">
              <a:ext uri="{FF2B5EF4-FFF2-40B4-BE49-F238E27FC236}">
                <a16:creationId xmlns:a16="http://schemas.microsoft.com/office/drawing/2014/main" id="{D89EB73D-686D-416D-8B98-775B2D7B4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324350"/>
            <a:ext cx="2457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4" name="ch-result-4">
            <a:extLst xmlns:a="http://schemas.openxmlformats.org/drawingml/2006/main">
              <a:ext uri="{FF2B5EF4-FFF2-40B4-BE49-F238E27FC236}">
                <a16:creationId xmlns:a16="http://schemas.microsoft.com/office/drawing/2014/main" id="{E18F9580-2A5C-42E4-9F79-CF91E8995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476750"/>
            <a:ext cx="24574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F6368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5F6368"/>
                </a:solidFill>
                <a:latin typeface="Yu Gothic"/>
                <a:ea typeface="Yu Gothic"/>
                <a:cs typeface="Yu Gothic"/>
              </a:rPr>
              <a:t>兵器流通と誘拐が</a:t>
            </a:r>
          </a:p>
          <a:p xmlns:a="http://schemas.openxmlformats.org/drawingml/2006/main">
            <a:pPr algn="l">
              <a:defRPr sz="1425" b="1">
                <a:solidFill>
                  <a:srgbClr val="5F6368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5F6368"/>
                </a:solidFill>
                <a:latin typeface="Yu Gothic"/>
                <a:ea typeface="Yu Gothic"/>
                <a:cs typeface="Yu Gothic"/>
              </a:rPr>
              <a:t>同じ線でつながる</a:t>
            </a:r>
          </a:p>
        </p:txBody>
      </p:sp>
    </p:spTree>
    <p:extLst>
      <p:ext uri="{BB962C8B-B14F-4D97-AF65-F5344CB8AC3E}">
        <p14:creationId xmlns:p14="http://schemas.microsoft.com/office/powerpoint/2010/main" val="101276468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ection-7">
            <a:extLst xmlns:a="http://schemas.openxmlformats.org/drawingml/2006/main">
              <a:ext uri="{FF2B5EF4-FFF2-40B4-BE49-F238E27FC236}">
                <a16:creationId xmlns:a16="http://schemas.microsoft.com/office/drawing/2014/main" id="{C9AE89AD-F92A-4927-B2C9-A6DB6951B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368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5F6368"/>
                </a:solidFill>
                <a:latin typeface="Yu Gothic"/>
                <a:ea typeface="Yu Gothic"/>
                <a:cs typeface="Yu Gothic"/>
              </a:rPr>
              <a:t>ACT II / CH 05–08</a:t>
            </a:r>
          </a:p>
        </p:txBody>
      </p:sp>
      <p:sp>
        <p:nvSpPr>
          <p:cNvPr id="2" name="page-7">
            <a:extLst xmlns:a="http://schemas.openxmlformats.org/drawingml/2006/main">
              <a:ext uri="{FF2B5EF4-FFF2-40B4-BE49-F238E27FC236}">
                <a16:creationId xmlns:a16="http://schemas.microsoft.com/office/drawing/2014/main" id="{644574AE-6178-45BA-8C35-85E25CB70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817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368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5F6368"/>
                </a:solidFill>
                <a:latin typeface="Yu Gothic"/>
                <a:ea typeface="Yu Gothic"/>
                <a:cs typeface="Yu Gothic"/>
              </a:rPr>
              <a:t>07</a:t>
            </a:r>
          </a:p>
        </p:txBody>
      </p:sp>
      <p:sp>
        <p:nvSpPr>
          <p:cNvPr id="3" name="title-7">
            <a:extLst xmlns:a="http://schemas.openxmlformats.org/drawingml/2006/main">
              <a:ext uri="{FF2B5EF4-FFF2-40B4-BE49-F238E27FC236}">
                <a16:creationId xmlns:a16="http://schemas.microsoft.com/office/drawing/2014/main" id="{342F88A3-10C3-446F-90E4-F142DB909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11125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36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第二幕は、兵器が残した声から流通網を逆算する</a:t>
            </a:r>
          </a:p>
        </p:txBody>
      </p:sp>
      <p:sp>
        <p:nvSpPr>
          <p:cNvPr id="4" name="title-rule-7">
            <a:extLst xmlns:a="http://schemas.openxmlformats.org/drawingml/2006/main">
              <a:ext uri="{FF2B5EF4-FFF2-40B4-BE49-F238E27FC236}">
                <a16:creationId xmlns:a16="http://schemas.microsoft.com/office/drawing/2014/main" id="{F5395ED4-2326-4A77-A380-5A8CDF59E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5" name="act2-line">
            <a:extLst xmlns:a="http://schemas.openxmlformats.org/drawingml/2006/main">
              <a:ext uri="{FF2B5EF4-FFF2-40B4-BE49-F238E27FC236}">
                <a16:creationId xmlns:a16="http://schemas.microsoft.com/office/drawing/2014/main" id="{42694F68-9BDE-444B-B755-CF21D3C4D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81350"/>
            <a:ext cx="9696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6" name="act2-dot-0">
            <a:extLst xmlns:a="http://schemas.openxmlformats.org/drawingml/2006/main">
              <a:ext uri="{FF2B5EF4-FFF2-40B4-BE49-F238E27FC236}">
                <a16:creationId xmlns:a16="http://schemas.microsoft.com/office/drawing/2014/main" id="{DED79BA8-478D-4B03-BA1E-FCB0E8B97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1051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act2-num-0">
            <a:extLst xmlns:a="http://schemas.openxmlformats.org/drawingml/2006/main">
              <a:ext uri="{FF2B5EF4-FFF2-40B4-BE49-F238E27FC236}">
                <a16:creationId xmlns:a16="http://schemas.microsoft.com/office/drawing/2014/main" id="{2B2267AD-AF63-4B42-A4E1-F38614836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954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28C2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CH 05</a:t>
            </a:r>
          </a:p>
        </p:txBody>
      </p:sp>
      <p:sp>
        <p:nvSpPr>
          <p:cNvPr id="8" name="act2-title-0">
            <a:extLst xmlns:a="http://schemas.openxmlformats.org/drawingml/2006/main">
              <a:ext uri="{FF2B5EF4-FFF2-40B4-BE49-F238E27FC236}">
                <a16:creationId xmlns:a16="http://schemas.microsoft.com/office/drawing/2014/main" id="{D84C4F29-EF2D-4AB1-8F07-026F0BE39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981200"/>
            <a:ext cx="2247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地下に残る声</a:t>
            </a:r>
          </a:p>
        </p:txBody>
      </p:sp>
      <p:sp>
        <p:nvSpPr>
          <p:cNvPr id="9" name="act2-body-0">
            <a:extLst xmlns:a="http://schemas.openxmlformats.org/drawingml/2006/main">
              <a:ext uri="{FF2B5EF4-FFF2-40B4-BE49-F238E27FC236}">
                <a16:creationId xmlns:a16="http://schemas.microsoft.com/office/drawing/2014/main" id="{EB1C66E1-867D-41C8-B04B-F46C0403F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2552700"/>
            <a:ext cx="2362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美緒の分割音声</a:t>
            </a:r>
          </a:p>
          <a:p xmlns:a="http://schemas.openxmlformats.org/drawingml/2006/main">
            <a:pPr algn="ctr">
              <a:defRPr sz="150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「黒い線路を追って」</a:t>
            </a:r>
          </a:p>
        </p:txBody>
      </p:sp>
      <p:sp>
        <p:nvSpPr>
          <p:cNvPr id="10" name="act2-dot-1">
            <a:extLst xmlns:a="http://schemas.openxmlformats.org/drawingml/2006/main">
              <a:ext uri="{FF2B5EF4-FFF2-40B4-BE49-F238E27FC236}">
                <a16:creationId xmlns:a16="http://schemas.microsoft.com/office/drawing/2014/main" id="{634ADE78-6C5F-44FE-98D7-D7D208534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1051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act2-num-1">
            <a:extLst xmlns:a="http://schemas.openxmlformats.org/drawingml/2006/main">
              <a:ext uri="{FF2B5EF4-FFF2-40B4-BE49-F238E27FC236}">
                <a16:creationId xmlns:a16="http://schemas.microsoft.com/office/drawing/2014/main" id="{9111ED5D-1F26-4F65-ABD0-A19FA4458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5052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28C2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CH 06</a:t>
            </a:r>
          </a:p>
        </p:txBody>
      </p:sp>
      <p:sp>
        <p:nvSpPr>
          <p:cNvPr id="12" name="act2-title-1">
            <a:extLst xmlns:a="http://schemas.openxmlformats.org/drawingml/2006/main">
              <a:ext uri="{FF2B5EF4-FFF2-40B4-BE49-F238E27FC236}">
                <a16:creationId xmlns:a16="http://schemas.microsoft.com/office/drawing/2014/main" id="{6E370D67-5B4D-4D29-8C77-BB1F96D64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790950"/>
            <a:ext cx="2247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偽旗の港</a:t>
            </a:r>
          </a:p>
        </p:txBody>
      </p:sp>
      <p:sp>
        <p:nvSpPr>
          <p:cNvPr id="13" name="act2-body-1">
            <a:extLst xmlns:a="http://schemas.openxmlformats.org/drawingml/2006/main">
              <a:ext uri="{FF2B5EF4-FFF2-40B4-BE49-F238E27FC236}">
                <a16:creationId xmlns:a16="http://schemas.microsoft.com/office/drawing/2014/main" id="{3848F4BB-DE0D-454A-A971-0AD9CAC54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362450"/>
            <a:ext cx="2362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両陣営へ同じ武器</a:t>
            </a:r>
          </a:p>
          <a:p xmlns:a="http://schemas.openxmlformats.org/drawingml/2006/main">
            <a:pPr algn="ctr">
              <a:defRPr sz="150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神楽社内の承認鍵</a:t>
            </a:r>
          </a:p>
        </p:txBody>
      </p:sp>
      <p:sp>
        <p:nvSpPr>
          <p:cNvPr id="14" name="act2-dot-2">
            <a:extLst xmlns:a="http://schemas.openxmlformats.org/drawingml/2006/main">
              <a:ext uri="{FF2B5EF4-FFF2-40B4-BE49-F238E27FC236}">
                <a16:creationId xmlns:a16="http://schemas.microsoft.com/office/drawing/2014/main" id="{5912F5FE-767C-4250-B731-790949F31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1051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act2-num-2">
            <a:extLst xmlns:a="http://schemas.openxmlformats.org/drawingml/2006/main">
              <a:ext uri="{FF2B5EF4-FFF2-40B4-BE49-F238E27FC236}">
                <a16:creationId xmlns:a16="http://schemas.microsoft.com/office/drawing/2014/main" id="{2813F29B-16A4-4413-A4D6-AD9301DF0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954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28C2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CH 07</a:t>
            </a:r>
          </a:p>
        </p:txBody>
      </p:sp>
      <p:sp>
        <p:nvSpPr>
          <p:cNvPr id="16" name="act2-title-2">
            <a:extLst xmlns:a="http://schemas.openxmlformats.org/drawingml/2006/main">
              <a:ext uri="{FF2B5EF4-FFF2-40B4-BE49-F238E27FC236}">
                <a16:creationId xmlns:a16="http://schemas.microsoft.com/office/drawing/2014/main" id="{86BA05C0-D308-407E-B1E6-183DE1AAD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981200"/>
            <a:ext cx="2247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白い峠の運び屋</a:t>
            </a:r>
          </a:p>
        </p:txBody>
      </p:sp>
      <p:sp>
        <p:nvSpPr>
          <p:cNvPr id="17" name="act2-body-2">
            <a:extLst xmlns:a="http://schemas.openxmlformats.org/drawingml/2006/main">
              <a:ext uri="{FF2B5EF4-FFF2-40B4-BE49-F238E27FC236}">
                <a16:creationId xmlns:a16="http://schemas.microsoft.com/office/drawing/2014/main" id="{1735480C-D265-4BBF-B0C3-32CE15307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552700"/>
            <a:ext cx="2362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鍵は社内から定期発行</a:t>
            </a:r>
          </a:p>
          <a:p xmlns:a="http://schemas.openxmlformats.org/drawingml/2006/main">
            <a:pPr algn="ctr">
              <a:defRPr sz="150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ORPHEUSの名を復号</a:t>
            </a:r>
          </a:p>
        </p:txBody>
      </p:sp>
      <p:sp>
        <p:nvSpPr>
          <p:cNvPr id="18" name="act2-dot-3">
            <a:extLst xmlns:a="http://schemas.openxmlformats.org/drawingml/2006/main">
              <a:ext uri="{FF2B5EF4-FFF2-40B4-BE49-F238E27FC236}">
                <a16:creationId xmlns:a16="http://schemas.microsoft.com/office/drawing/2014/main" id="{C316946C-25BD-442A-9759-0D756F889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1051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0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act2-num-3">
            <a:extLst xmlns:a="http://schemas.openxmlformats.org/drawingml/2006/main">
              <a:ext uri="{FF2B5EF4-FFF2-40B4-BE49-F238E27FC236}">
                <a16:creationId xmlns:a16="http://schemas.microsoft.com/office/drawing/2014/main" id="{0EB61372-B449-4D86-870D-1F5E89510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5052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B4202A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B4202A"/>
                </a:solidFill>
                <a:latin typeface="Yu Gothic"/>
                <a:ea typeface="Yu Gothic"/>
                <a:cs typeface="Yu Gothic"/>
              </a:rPr>
              <a:t>CH 08</a:t>
            </a:r>
          </a:p>
        </p:txBody>
      </p:sp>
      <p:sp>
        <p:nvSpPr>
          <p:cNvPr id="20" name="act2-title-3">
            <a:extLst xmlns:a="http://schemas.openxmlformats.org/drawingml/2006/main">
              <a:ext uri="{FF2B5EF4-FFF2-40B4-BE49-F238E27FC236}">
                <a16:creationId xmlns:a16="http://schemas.microsoft.com/office/drawing/2014/main" id="{558817EF-C6F1-41DB-8367-E3D852105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790950"/>
            <a:ext cx="2247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囚われ人の放送</a:t>
            </a:r>
          </a:p>
        </p:txBody>
      </p:sp>
      <p:sp>
        <p:nvSpPr>
          <p:cNvPr id="21" name="act2-body-3">
            <a:extLst xmlns:a="http://schemas.openxmlformats.org/drawingml/2006/main">
              <a:ext uri="{FF2B5EF4-FFF2-40B4-BE49-F238E27FC236}">
                <a16:creationId xmlns:a16="http://schemas.microsoft.com/office/drawing/2014/main" id="{A27A55B4-AF14-4159-B4D8-51B4CD2F9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362450"/>
            <a:ext cx="2362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「戦争を予測せず作る」</a:t>
            </a:r>
          </a:p>
          <a:p xmlns:a="http://schemas.openxmlformats.org/drawingml/2006/main">
            <a:pPr algn="ctr">
              <a:defRPr sz="150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LARKを接続するな</a:t>
            </a:r>
          </a:p>
        </p:txBody>
      </p:sp>
      <p:sp>
        <p:nvSpPr>
          <p:cNvPr id="22" name="act2-reveal">
            <a:extLst xmlns:a="http://schemas.openxmlformats.org/drawingml/2006/main">
              <a:ext uri="{FF2B5EF4-FFF2-40B4-BE49-F238E27FC236}">
                <a16:creationId xmlns:a16="http://schemas.microsoft.com/office/drawing/2014/main" id="{321076BB-80DB-43CA-8C0B-5C82058F1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467350"/>
            <a:ext cx="838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4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act2-reveal-copy">
            <a:extLst xmlns:a="http://schemas.openxmlformats.org/drawingml/2006/main">
              <a:ext uri="{FF2B5EF4-FFF2-40B4-BE49-F238E27FC236}">
                <a16:creationId xmlns:a16="http://schemas.microsoft.com/office/drawing/2014/main" id="{0DD41F27-08B5-4910-A97E-CAAF62C38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600700"/>
            <a:ext cx="788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到達点：BLACK RAILは物流網、ORPHEUSは戦争需要生成システム。</a:t>
            </a:r>
          </a:p>
        </p:txBody>
      </p:sp>
    </p:spTree>
    <p:extLst>
      <p:ext uri="{BB962C8B-B14F-4D97-AF65-F5344CB8AC3E}">
        <p14:creationId xmlns:p14="http://schemas.microsoft.com/office/powerpoint/2010/main" val="85365251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ection-8">
            <a:extLst xmlns:a="http://schemas.openxmlformats.org/drawingml/2006/main">
              <a:ext uri="{FF2B5EF4-FFF2-40B4-BE49-F238E27FC236}">
                <a16:creationId xmlns:a16="http://schemas.microsoft.com/office/drawing/2014/main" id="{0CD9CA53-80FC-44A8-808C-E520E430D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368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5F6368"/>
                </a:solidFill>
                <a:latin typeface="Yu Gothic"/>
                <a:ea typeface="Yu Gothic"/>
                <a:cs typeface="Yu Gothic"/>
              </a:rPr>
              <a:t>ACT III / CH 09–12</a:t>
            </a:r>
          </a:p>
        </p:txBody>
      </p:sp>
      <p:sp>
        <p:nvSpPr>
          <p:cNvPr id="2" name="page-8">
            <a:extLst xmlns:a="http://schemas.openxmlformats.org/drawingml/2006/main">
              <a:ext uri="{FF2B5EF4-FFF2-40B4-BE49-F238E27FC236}">
                <a16:creationId xmlns:a16="http://schemas.microsoft.com/office/drawing/2014/main" id="{99FC60DE-ED77-4C4F-A88B-F24631E5B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817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368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5F6368"/>
                </a:solidFill>
                <a:latin typeface="Yu Gothic"/>
                <a:ea typeface="Yu Gothic"/>
                <a:cs typeface="Yu Gothic"/>
              </a:rPr>
              <a:t>08</a:t>
            </a:r>
          </a:p>
        </p:txBody>
      </p:sp>
      <p:sp>
        <p:nvSpPr>
          <p:cNvPr id="3" name="title-8">
            <a:extLst xmlns:a="http://schemas.openxmlformats.org/drawingml/2006/main">
              <a:ext uri="{FF2B5EF4-FFF2-40B4-BE49-F238E27FC236}">
                <a16:creationId xmlns:a16="http://schemas.microsoft.com/office/drawing/2014/main" id="{43FAB2D9-8B7E-4519-AF99-9A1D20B0D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11125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609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36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第三幕でK1は「便利な鎧」から「選び直す道具」になる</a:t>
            </a:r>
          </a:p>
        </p:txBody>
      </p:sp>
      <p:sp>
        <p:nvSpPr>
          <p:cNvPr id="4" name="title-rule-8">
            <a:extLst xmlns:a="http://schemas.openxmlformats.org/drawingml/2006/main">
              <a:ext uri="{FF2B5EF4-FFF2-40B4-BE49-F238E27FC236}">
                <a16:creationId xmlns:a16="http://schemas.microsoft.com/office/drawing/2014/main" id="{658B6C27-6DC1-4066-894D-AE63A72E0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5" name="act3-left">
            <a:extLst xmlns:a="http://schemas.openxmlformats.org/drawingml/2006/main">
              <a:ext uri="{FF2B5EF4-FFF2-40B4-BE49-F238E27FC236}">
                <a16:creationId xmlns:a16="http://schemas.microsoft.com/office/drawing/2014/main" id="{96367363-0AB4-43E2-B24B-3C9B43854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4953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act3-left-kicker">
            <a:extLst xmlns:a="http://schemas.openxmlformats.org/drawingml/2006/main">
              <a:ext uri="{FF2B5EF4-FFF2-40B4-BE49-F238E27FC236}">
                <a16:creationId xmlns:a16="http://schemas.microsoft.com/office/drawing/2014/main" id="{9C45255A-C0D8-4C7A-A5A6-3DC765144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24050"/>
            <a:ext cx="421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28C28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CH 09–10  /  鎧を失う</a:t>
            </a:r>
          </a:p>
        </p:txBody>
      </p:sp>
      <p:sp>
        <p:nvSpPr>
          <p:cNvPr id="7" name="act3-left-title">
            <a:extLst xmlns:a="http://schemas.openxmlformats.org/drawingml/2006/main">
              <a:ext uri="{FF2B5EF4-FFF2-40B4-BE49-F238E27FC236}">
                <a16:creationId xmlns:a16="http://schemas.microsoft.com/office/drawing/2014/main" id="{F75B208B-7781-4519-9C19-0114A84F3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4210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919"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47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接続の罠と遠隔停止</a:t>
            </a:r>
          </a:p>
        </p:txBody>
      </p:sp>
      <p:sp>
        <p:nvSpPr>
          <p:cNvPr id="8" name="act3-left-body">
            <a:extLst xmlns:a="http://schemas.openxmlformats.org/drawingml/2006/main">
              <a:ext uri="{FF2B5EF4-FFF2-40B4-BE49-F238E27FC236}">
                <a16:creationId xmlns:a16="http://schemas.microsoft.com/office/drawing/2014/main" id="{011466AF-8DD8-4E0D-81FE-19562A25D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42100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3663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ORPHEUS端末がK1へ自動接続し、位置を送信。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K1は砂漠で強制停止し、山田は緊急外骨格と一丁の武器で機体を取り戻す。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LARKは停止命令を拒否。汚染源は後付け管理モジュールだった。</a:t>
            </a:r>
          </a:p>
        </p:txBody>
      </p:sp>
      <p:sp>
        <p:nvSpPr>
          <p:cNvPr id="9" name="act3-right">
            <a:extLst xmlns:a="http://schemas.openxmlformats.org/drawingml/2006/main">
              <a:ext uri="{FF2B5EF4-FFF2-40B4-BE49-F238E27FC236}">
                <a16:creationId xmlns:a16="http://schemas.microsoft.com/office/drawing/2014/main" id="{C22B3CA6-79F3-4BE1-989B-9A6490BA0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676400"/>
            <a:ext cx="4953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ct3-right-kicker">
            <a:extLst xmlns:a="http://schemas.openxmlformats.org/drawingml/2006/main">
              <a:ext uri="{FF2B5EF4-FFF2-40B4-BE49-F238E27FC236}">
                <a16:creationId xmlns:a16="http://schemas.microsoft.com/office/drawing/2014/main" id="{A10ECF37-FA5E-4706-AA7A-3A70BD777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924050"/>
            <a:ext cx="421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28C28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CH 11–12  /  帰る場所を守る</a:t>
            </a:r>
          </a:p>
        </p:txBody>
      </p:sp>
      <p:sp>
        <p:nvSpPr>
          <p:cNvPr id="11" name="act3-right-title">
            <a:extLst xmlns:a="http://schemas.openxmlformats.org/drawingml/2006/main">
              <a:ext uri="{FF2B5EF4-FFF2-40B4-BE49-F238E27FC236}">
                <a16:creationId xmlns:a16="http://schemas.microsoft.com/office/drawing/2014/main" id="{7DCCE937-FCF9-4490-AC19-169564D61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381250"/>
            <a:ext cx="4210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919"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247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十五人の逃亡と本社防衛</a:t>
            </a:r>
          </a:p>
        </p:txBody>
      </p:sp>
      <p:sp>
        <p:nvSpPr>
          <p:cNvPr id="12" name="act3-right-body">
            <a:extLst xmlns:a="http://schemas.openxmlformats.org/drawingml/2006/main">
              <a:ext uri="{FF2B5EF4-FFF2-40B4-BE49-F238E27FC236}">
                <a16:creationId xmlns:a16="http://schemas.microsoft.com/office/drawing/2014/main" id="{CD1D36D1-2C2C-485B-B216-430349BBF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028950"/>
            <a:ext cx="42100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011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ytcは偽装ログでテロ協力組織にされる。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治安局を殺傷せず全員で退避し、食堂・整備庫・屋上を守ってヴァイスを生け捕りにする。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公式な保護を失っても、会社の価値を行動で証明する。</a:t>
            </a:r>
          </a:p>
        </p:txBody>
      </p:sp>
      <p:sp>
        <p:nvSpPr>
          <p:cNvPr id="13" name="act3-pivot">
            <a:extLst xmlns:a="http://schemas.openxmlformats.org/drawingml/2006/main">
              <a:ext uri="{FF2B5EF4-FFF2-40B4-BE49-F238E27FC236}">
                <a16:creationId xmlns:a16="http://schemas.microsoft.com/office/drawing/2014/main" id="{37FD3B16-7DBD-47A3-99FB-4018BB9B7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467350"/>
            <a:ext cx="845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103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17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K1を所有するのではなく、何のために使うかを選び直す。</a:t>
            </a:r>
          </a:p>
        </p:txBody>
      </p:sp>
    </p:spTree>
    <p:extLst>
      <p:ext uri="{BB962C8B-B14F-4D97-AF65-F5344CB8AC3E}">
        <p14:creationId xmlns:p14="http://schemas.microsoft.com/office/powerpoint/2010/main" val="196205438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ection-9">
            <a:extLst xmlns:a="http://schemas.openxmlformats.org/drawingml/2006/main">
              <a:ext uri="{FF2B5EF4-FFF2-40B4-BE49-F238E27FC236}">
                <a16:creationId xmlns:a16="http://schemas.microsoft.com/office/drawing/2014/main" id="{F21FB4E3-0DB4-4F4F-8A85-406870FB9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368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5F6368"/>
                </a:solidFill>
                <a:latin typeface="Yu Gothic"/>
                <a:ea typeface="Yu Gothic"/>
                <a:cs typeface="Yu Gothic"/>
              </a:rPr>
              <a:t>ACT IV / CH 13–16</a:t>
            </a:r>
          </a:p>
        </p:txBody>
      </p:sp>
      <p:sp>
        <p:nvSpPr>
          <p:cNvPr id="2" name="page-9">
            <a:extLst xmlns:a="http://schemas.openxmlformats.org/drawingml/2006/main">
              <a:ext uri="{FF2B5EF4-FFF2-40B4-BE49-F238E27FC236}">
                <a16:creationId xmlns:a16="http://schemas.microsoft.com/office/drawing/2014/main" id="{3E0032A0-43E9-4F98-8B1A-235D2865F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817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368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5F6368"/>
                </a:solidFill>
                <a:latin typeface="Yu Gothic"/>
                <a:ea typeface="Yu Gothic"/>
                <a:cs typeface="Yu Gothic"/>
              </a:rPr>
              <a:t>09</a:t>
            </a:r>
          </a:p>
        </p:txBody>
      </p:sp>
      <p:sp>
        <p:nvSpPr>
          <p:cNvPr id="3" name="title-9">
            <a:extLst xmlns:a="http://schemas.openxmlformats.org/drawingml/2006/main">
              <a:ext uri="{FF2B5EF4-FFF2-40B4-BE49-F238E27FC236}">
                <a16:creationId xmlns:a16="http://schemas.microsoft.com/office/drawing/2014/main" id="{11998FA1-CA57-4321-8B3F-3AE6DD108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11125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36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第四幕は、美緒の意思を物語の中心へ戻す</a:t>
            </a:r>
          </a:p>
        </p:txBody>
      </p:sp>
      <p:sp>
        <p:nvSpPr>
          <p:cNvPr id="4" name="title-rule-9">
            <a:extLst xmlns:a="http://schemas.openxmlformats.org/drawingml/2006/main">
              <a:ext uri="{FF2B5EF4-FFF2-40B4-BE49-F238E27FC236}">
                <a16:creationId xmlns:a16="http://schemas.microsoft.com/office/drawing/2014/main" id="{690544B6-304E-4FFF-8ED1-3D88F0D97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5" name="act4-13-label">
            <a:extLst xmlns:a="http://schemas.openxmlformats.org/drawingml/2006/main">
              <a:ext uri="{FF2B5EF4-FFF2-40B4-BE49-F238E27FC236}">
                <a16:creationId xmlns:a16="http://schemas.microsoft.com/office/drawing/2014/main" id="{3661EBE8-289A-44A0-9C38-347F948B6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28C28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CH 13</a:t>
            </a:r>
          </a:p>
        </p:txBody>
      </p:sp>
      <p:sp>
        <p:nvSpPr>
          <p:cNvPr id="6" name="act4-13-title">
            <a:extLst xmlns:a="http://schemas.openxmlformats.org/drawingml/2006/main">
              <a:ext uri="{FF2B5EF4-FFF2-40B4-BE49-F238E27FC236}">
                <a16:creationId xmlns:a16="http://schemas.microsoft.com/office/drawing/2014/main" id="{63E56567-A4FC-442B-AC0F-5C3F491A0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15621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27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昨日の競争相手</a:t>
            </a:r>
          </a:p>
        </p:txBody>
      </p:sp>
      <p:sp>
        <p:nvSpPr>
          <p:cNvPr id="7" name="act4-13-body">
            <a:extLst xmlns:a="http://schemas.openxmlformats.org/drawingml/2006/main">
              <a:ext uri="{FF2B5EF4-FFF2-40B4-BE49-F238E27FC236}">
                <a16:creationId xmlns:a16="http://schemas.microsoft.com/office/drawing/2014/main" id="{D8120C95-6383-4C19-AE41-9F835DB6A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562100"/>
            <a:ext cx="6324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競争が共闘へ変わり、美緒の移送先を特定する。</a:t>
            </a:r>
          </a:p>
        </p:txBody>
      </p:sp>
      <p:sp>
        <p:nvSpPr>
          <p:cNvPr id="8" name="act4-13-rule">
            <a:extLst xmlns:a="http://schemas.openxmlformats.org/drawingml/2006/main">
              <a:ext uri="{FF2B5EF4-FFF2-40B4-BE49-F238E27FC236}">
                <a16:creationId xmlns:a16="http://schemas.microsoft.com/office/drawing/2014/main" id="{E529FCA7-EA5E-4B54-86CC-2ED34608D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act4-14-label">
            <a:extLst xmlns:a="http://schemas.openxmlformats.org/drawingml/2006/main">
              <a:ext uri="{FF2B5EF4-FFF2-40B4-BE49-F238E27FC236}">
                <a16:creationId xmlns:a16="http://schemas.microsoft.com/office/drawing/2014/main" id="{756599F5-D95F-4A9D-84C2-7C562FFF3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28C28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CH 14</a:t>
            </a:r>
          </a:p>
        </p:txBody>
      </p:sp>
      <p:sp>
        <p:nvSpPr>
          <p:cNvPr id="10" name="act4-14-title">
            <a:extLst xmlns:a="http://schemas.openxmlformats.org/drawingml/2006/main">
              <a:ext uri="{FF2B5EF4-FFF2-40B4-BE49-F238E27FC236}">
                <a16:creationId xmlns:a16="http://schemas.microsoft.com/office/drawing/2014/main" id="{FEC7E96D-A1F9-421C-8BB1-9F458054C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5336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27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壊れた光輪</a:t>
            </a:r>
          </a:p>
        </p:txBody>
      </p:sp>
      <p:sp>
        <p:nvSpPr>
          <p:cNvPr id="11" name="act4-14-body">
            <a:extLst xmlns:a="http://schemas.openxmlformats.org/drawingml/2006/main">
              <a:ext uri="{FF2B5EF4-FFF2-40B4-BE49-F238E27FC236}">
                <a16:creationId xmlns:a16="http://schemas.microsoft.com/office/drawing/2014/main" id="{1E353F86-69E0-4CB6-8156-17A9BDFFB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533650"/>
            <a:ext cx="6324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HALOを破壊。移送命令の署名者が真壁宗一だと判明する。</a:t>
            </a:r>
          </a:p>
        </p:txBody>
      </p:sp>
      <p:sp>
        <p:nvSpPr>
          <p:cNvPr id="12" name="act4-14-rule">
            <a:extLst xmlns:a="http://schemas.openxmlformats.org/drawingml/2006/main">
              <a:ext uri="{FF2B5EF4-FFF2-40B4-BE49-F238E27FC236}">
                <a16:creationId xmlns:a16="http://schemas.microsoft.com/office/drawing/2014/main" id="{1337C68E-EC7B-44A1-AED4-1F1B6D29E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act4-15-bg">
            <a:extLst xmlns:a="http://schemas.openxmlformats.org/drawingml/2006/main">
              <a:ext uri="{FF2B5EF4-FFF2-40B4-BE49-F238E27FC236}">
                <a16:creationId xmlns:a16="http://schemas.microsoft.com/office/drawing/2014/main" id="{91A43BAF-F674-45B8-9061-3CD2B7907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0"/>
            <a:ext cx="111252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8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act4-15-label">
            <a:extLst xmlns:a="http://schemas.openxmlformats.org/drawingml/2006/main">
              <a:ext uri="{FF2B5EF4-FFF2-40B4-BE49-F238E27FC236}">
                <a16:creationId xmlns:a16="http://schemas.microsoft.com/office/drawing/2014/main" id="{130CC22D-7282-450C-AF28-D3DF0C165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4202A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B4202A"/>
                </a:solidFill>
                <a:latin typeface="Yu Gothic"/>
                <a:ea typeface="Yu Gothic"/>
                <a:cs typeface="Yu Gothic"/>
              </a:rPr>
              <a:t>CH 15</a:t>
            </a:r>
          </a:p>
        </p:txBody>
      </p:sp>
      <p:sp>
        <p:nvSpPr>
          <p:cNvPr id="15" name="act4-15-title">
            <a:extLst xmlns:a="http://schemas.openxmlformats.org/drawingml/2006/main">
              <a:ext uri="{FF2B5EF4-FFF2-40B4-BE49-F238E27FC236}">
                <a16:creationId xmlns:a16="http://schemas.microsoft.com/office/drawing/2014/main" id="{97AE77B8-9EB0-4AA8-AA61-C5CC7C6DC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5052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27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令嬢ではなく技術者</a:t>
            </a:r>
          </a:p>
        </p:txBody>
      </p:sp>
      <p:sp>
        <p:nvSpPr>
          <p:cNvPr id="16" name="act4-15-body">
            <a:extLst xmlns:a="http://schemas.openxmlformats.org/drawingml/2006/main">
              <a:ext uri="{FF2B5EF4-FFF2-40B4-BE49-F238E27FC236}">
                <a16:creationId xmlns:a16="http://schemas.microsoft.com/office/drawing/2014/main" id="{323EB61A-ECFE-4E13-AB1E-9CD2F7950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505200"/>
            <a:ext cx="6324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美緒は監禁中にも解析を続けていた。山田は彼女の端末と選択を守り、共に脱出する。</a:t>
            </a:r>
          </a:p>
        </p:txBody>
      </p:sp>
      <p:sp>
        <p:nvSpPr>
          <p:cNvPr id="17" name="act4-16-label">
            <a:extLst xmlns:a="http://schemas.openxmlformats.org/drawingml/2006/main">
              <a:ext uri="{FF2B5EF4-FFF2-40B4-BE49-F238E27FC236}">
                <a16:creationId xmlns:a16="http://schemas.microsoft.com/office/drawing/2014/main" id="{6874B952-EB83-40BD-A0DC-01F1FCF07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28C28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CH 16</a:t>
            </a:r>
          </a:p>
        </p:txBody>
      </p:sp>
      <p:sp>
        <p:nvSpPr>
          <p:cNvPr id="18" name="act4-16-title">
            <a:extLst xmlns:a="http://schemas.openxmlformats.org/drawingml/2006/main">
              <a:ext uri="{FF2B5EF4-FFF2-40B4-BE49-F238E27FC236}">
                <a16:creationId xmlns:a16="http://schemas.microsoft.com/office/drawing/2014/main" id="{E7A4FF7A-423E-4ACE-A172-E7FAD20CF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5529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27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誰に笑顔を届けるのか</a:t>
            </a:r>
          </a:p>
        </p:txBody>
      </p:sp>
      <p:sp>
        <p:nvSpPr>
          <p:cNvPr id="19" name="act4-16-body">
            <a:extLst xmlns:a="http://schemas.openxmlformats.org/drawingml/2006/main">
              <a:ext uri="{FF2B5EF4-FFF2-40B4-BE49-F238E27FC236}">
                <a16:creationId xmlns:a16="http://schemas.microsoft.com/office/drawing/2014/main" id="{B21417E6-BBB6-4DF5-9E83-6BEA23AA3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552950"/>
            <a:ext cx="6324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真壁追跡より民間人救助を優先。救助映像が拡散し、ytcの濡れ衣が崩れる。</a:t>
            </a:r>
          </a:p>
        </p:txBody>
      </p:sp>
      <p:sp>
        <p:nvSpPr>
          <p:cNvPr id="20" name="act4-16-rule">
            <a:extLst xmlns:a="http://schemas.openxmlformats.org/drawingml/2006/main">
              <a:ext uri="{FF2B5EF4-FFF2-40B4-BE49-F238E27FC236}">
                <a16:creationId xmlns:a16="http://schemas.microsoft.com/office/drawing/2014/main" id="{E85E2E97-1075-4AEE-9CD4-B40C2D86F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act4-principle">
            <a:extLst xmlns:a="http://schemas.openxmlformats.org/drawingml/2006/main">
              <a:ext uri="{FF2B5EF4-FFF2-40B4-BE49-F238E27FC236}">
                <a16:creationId xmlns:a16="http://schemas.microsoft.com/office/drawing/2014/main" id="{88372FDB-0C29-42D5-A142-B2EE481C4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657850"/>
            <a:ext cx="10020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美緒は救助対象で終わらない。停止方法を知り、最終作戦へ参加する技術者である。</a:t>
            </a:r>
          </a:p>
        </p:txBody>
      </p:sp>
    </p:spTree>
    <p:extLst>
      <p:ext uri="{BB962C8B-B14F-4D97-AF65-F5344CB8AC3E}">
        <p14:creationId xmlns:p14="http://schemas.microsoft.com/office/powerpoint/2010/main" val="53181611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section-10">
            <a:extLst xmlns:a="http://schemas.openxmlformats.org/drawingml/2006/main">
              <a:ext uri="{FF2B5EF4-FFF2-40B4-BE49-F238E27FC236}">
                <a16:creationId xmlns:a16="http://schemas.microsoft.com/office/drawing/2014/main" id="{2AA3C5C5-BB51-401E-B3E5-BE8CCFF36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368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5F6368"/>
                </a:solidFill>
                <a:latin typeface="Yu Gothic"/>
                <a:ea typeface="Yu Gothic"/>
                <a:cs typeface="Yu Gothic"/>
              </a:rPr>
              <a:t>ACT V / CH 17–20</a:t>
            </a:r>
          </a:p>
        </p:txBody>
      </p:sp>
      <p:sp>
        <p:nvSpPr>
          <p:cNvPr id="2" name="page-10">
            <a:extLst xmlns:a="http://schemas.openxmlformats.org/drawingml/2006/main">
              <a:ext uri="{FF2B5EF4-FFF2-40B4-BE49-F238E27FC236}">
                <a16:creationId xmlns:a16="http://schemas.microsoft.com/office/drawing/2014/main" id="{947EAC02-66BC-4F88-B430-C0E023F05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817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368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5F6368"/>
                </a:solidFill>
                <a:latin typeface="Yu Gothic"/>
                <a:ea typeface="Yu Gothic"/>
                <a:cs typeface="Yu Gothic"/>
              </a:rPr>
              <a:t>10</a:t>
            </a:r>
          </a:p>
        </p:txBody>
      </p:sp>
      <p:sp>
        <p:nvSpPr>
          <p:cNvPr id="3" name="title-10">
            <a:extLst xmlns:a="http://schemas.openxmlformats.org/drawingml/2006/main">
              <a:ext uri="{FF2B5EF4-FFF2-40B4-BE49-F238E27FC236}">
                <a16:creationId xmlns:a16="http://schemas.microsoft.com/office/drawing/2014/main" id="{9C907CC1-BB31-41BD-B8A6-14D2CAAAD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11125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36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第五幕は、物流・命令・思想を止める</a:t>
            </a:r>
          </a:p>
        </p:txBody>
      </p:sp>
      <p:sp>
        <p:nvSpPr>
          <p:cNvPr id="4" name="title-rule-10">
            <a:extLst xmlns:a="http://schemas.openxmlformats.org/drawingml/2006/main">
              <a:ext uri="{FF2B5EF4-FFF2-40B4-BE49-F238E27FC236}">
                <a16:creationId xmlns:a16="http://schemas.microsoft.com/office/drawing/2014/main" id="{8B19AC7A-4958-4AD0-B527-216EEF488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5" name="act5-num-bg-0">
            <a:extLst xmlns:a="http://schemas.openxmlformats.org/drawingml/2006/main">
              <a:ext uri="{FF2B5EF4-FFF2-40B4-BE49-F238E27FC236}">
                <a16:creationId xmlns:a16="http://schemas.microsoft.com/office/drawing/2014/main" id="{78E363AF-9FEE-4922-9AAD-353342C2E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723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act5-num-0">
            <a:extLst xmlns:a="http://schemas.openxmlformats.org/drawingml/2006/main">
              <a:ext uri="{FF2B5EF4-FFF2-40B4-BE49-F238E27FC236}">
                <a16:creationId xmlns:a16="http://schemas.microsoft.com/office/drawing/2014/main" id="{D8D9C0ED-AF14-4274-9219-07F72880A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24025"/>
            <a:ext cx="723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24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17</a:t>
            </a:r>
          </a:p>
        </p:txBody>
      </p:sp>
      <p:sp>
        <p:nvSpPr>
          <p:cNvPr id="7" name="act5-kind-0">
            <a:extLst xmlns:a="http://schemas.openxmlformats.org/drawingml/2006/main">
              <a:ext uri="{FF2B5EF4-FFF2-40B4-BE49-F238E27FC236}">
                <a16:creationId xmlns:a16="http://schemas.microsoft.com/office/drawing/2014/main" id="{245BF299-9591-4E3C-A103-48831BBFE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600200"/>
            <a:ext cx="1219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609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28C28"/>
                </a:solidFill>
                <a:latin typeface="Yu Gothic"/>
                <a:ea typeface="Yu Gothic"/>
                <a:cs typeface="Yu Gothic"/>
              </a:defRPr>
            </a:pPr>
            <a:r>
              <a:rPr sz="217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物流</a:t>
            </a:r>
          </a:p>
        </p:txBody>
      </p:sp>
      <p:sp>
        <p:nvSpPr>
          <p:cNvPr id="8" name="act5-copy-0">
            <a:extLst xmlns:a="http://schemas.openxmlformats.org/drawingml/2006/main">
              <a:ext uri="{FF2B5EF4-FFF2-40B4-BE49-F238E27FC236}">
                <a16:creationId xmlns:a16="http://schemas.microsoft.com/office/drawing/2014/main" id="{E0B8BBA4-C356-4EF6-B562-FE90F2D8D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600200"/>
            <a:ext cx="5048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BLACK RAIL中枢駅を停止。取引台帳を確保する。</a:t>
            </a:r>
          </a:p>
        </p:txBody>
      </p:sp>
      <p:sp>
        <p:nvSpPr>
          <p:cNvPr id="9" name="act5-rule-0">
            <a:extLst xmlns:a="http://schemas.openxmlformats.org/drawingml/2006/main">
              <a:ext uri="{FF2B5EF4-FFF2-40B4-BE49-F238E27FC236}">
                <a16:creationId xmlns:a16="http://schemas.microsoft.com/office/drawing/2014/main" id="{19C7590D-D9CC-497F-BE18-FE4EF2736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476500"/>
            <a:ext cx="6305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act5-num-bg-1">
            <a:extLst xmlns:a="http://schemas.openxmlformats.org/drawingml/2006/main">
              <a:ext uri="{FF2B5EF4-FFF2-40B4-BE49-F238E27FC236}">
                <a16:creationId xmlns:a16="http://schemas.microsoft.com/office/drawing/2014/main" id="{D64C940E-55CD-4B3A-9C8F-5FE2D635D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723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act5-num-1">
            <a:extLst xmlns:a="http://schemas.openxmlformats.org/drawingml/2006/main">
              <a:ext uri="{FF2B5EF4-FFF2-40B4-BE49-F238E27FC236}">
                <a16:creationId xmlns:a16="http://schemas.microsoft.com/office/drawing/2014/main" id="{351714AC-66A9-47F1-BD98-7A2920EE4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90825"/>
            <a:ext cx="723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24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18</a:t>
            </a:r>
          </a:p>
        </p:txBody>
      </p:sp>
      <p:sp>
        <p:nvSpPr>
          <p:cNvPr id="12" name="act5-kind-1">
            <a:extLst xmlns:a="http://schemas.openxmlformats.org/drawingml/2006/main">
              <a:ext uri="{FF2B5EF4-FFF2-40B4-BE49-F238E27FC236}">
                <a16:creationId xmlns:a16="http://schemas.microsoft.com/office/drawing/2014/main" id="{14953EC3-7F8A-41A4-9A45-F634BE23E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667000"/>
            <a:ext cx="1219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609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28C28"/>
                </a:solidFill>
                <a:latin typeface="Yu Gothic"/>
                <a:ea typeface="Yu Gothic"/>
                <a:cs typeface="Yu Gothic"/>
              </a:defRPr>
            </a:pPr>
            <a:r>
              <a:rPr sz="217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命令</a:t>
            </a:r>
          </a:p>
        </p:txBody>
      </p:sp>
      <p:sp>
        <p:nvSpPr>
          <p:cNvPr id="13" name="act5-copy-1">
            <a:extLst xmlns:a="http://schemas.openxmlformats.org/drawingml/2006/main">
              <a:ext uri="{FF2B5EF4-FFF2-40B4-BE49-F238E27FC236}">
                <a16:creationId xmlns:a16="http://schemas.microsoft.com/office/drawing/2014/main" id="{38396CC1-2F41-4502-8579-AC3A66F0D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667000"/>
            <a:ext cx="5048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五系統の偽旗攻撃を遮断し、全面戦争を回避する。</a:t>
            </a:r>
          </a:p>
        </p:txBody>
      </p:sp>
      <p:sp>
        <p:nvSpPr>
          <p:cNvPr id="14" name="act5-rule-1">
            <a:extLst xmlns:a="http://schemas.openxmlformats.org/drawingml/2006/main">
              <a:ext uri="{FF2B5EF4-FFF2-40B4-BE49-F238E27FC236}">
                <a16:creationId xmlns:a16="http://schemas.microsoft.com/office/drawing/2014/main" id="{A13CB09C-283F-4283-8508-41ED2D159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543300"/>
            <a:ext cx="6305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act5-num-bg-2">
            <a:extLst xmlns:a="http://schemas.openxmlformats.org/drawingml/2006/main">
              <a:ext uri="{FF2B5EF4-FFF2-40B4-BE49-F238E27FC236}">
                <a16:creationId xmlns:a16="http://schemas.microsoft.com/office/drawing/2014/main" id="{42F6B75B-428C-4AD3-A892-5654B1C07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723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act5-num-2">
            <a:extLst xmlns:a="http://schemas.openxmlformats.org/drawingml/2006/main">
              <a:ext uri="{FF2B5EF4-FFF2-40B4-BE49-F238E27FC236}">
                <a16:creationId xmlns:a16="http://schemas.microsoft.com/office/drawing/2014/main" id="{D2D4731F-94FE-4AF4-98D1-026C59341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723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24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19</a:t>
            </a:r>
          </a:p>
        </p:txBody>
      </p:sp>
      <p:sp>
        <p:nvSpPr>
          <p:cNvPr id="17" name="act5-kind-2">
            <a:extLst xmlns:a="http://schemas.openxmlformats.org/drawingml/2006/main">
              <a:ext uri="{FF2B5EF4-FFF2-40B4-BE49-F238E27FC236}">
                <a16:creationId xmlns:a16="http://schemas.microsoft.com/office/drawing/2014/main" id="{D62432AD-0669-4D61-8675-FC03AE6EE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733800"/>
            <a:ext cx="1219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609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28C28"/>
                </a:solidFill>
                <a:latin typeface="Yu Gothic"/>
                <a:ea typeface="Yu Gothic"/>
                <a:cs typeface="Yu Gothic"/>
              </a:defRPr>
            </a:pPr>
            <a:r>
              <a:rPr sz="217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系譜</a:t>
            </a:r>
          </a:p>
        </p:txBody>
      </p:sp>
      <p:sp>
        <p:nvSpPr>
          <p:cNvPr id="18" name="act5-copy-2">
            <a:extLst xmlns:a="http://schemas.openxmlformats.org/drawingml/2006/main">
              <a:ext uri="{FF2B5EF4-FFF2-40B4-BE49-F238E27FC236}">
                <a16:creationId xmlns:a16="http://schemas.microsoft.com/office/drawing/2014/main" id="{4DE4C5A8-44A9-4185-A5DF-AB53B8337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733800"/>
            <a:ext cx="5048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K2～K8と戦い、K1の「弱さ」が拒否権の余地だと知る。</a:t>
            </a:r>
          </a:p>
        </p:txBody>
      </p:sp>
      <p:sp>
        <p:nvSpPr>
          <p:cNvPr id="19" name="act5-rule-2">
            <a:extLst xmlns:a="http://schemas.openxmlformats.org/drawingml/2006/main">
              <a:ext uri="{FF2B5EF4-FFF2-40B4-BE49-F238E27FC236}">
                <a16:creationId xmlns:a16="http://schemas.microsoft.com/office/drawing/2014/main" id="{58CBB44F-162E-4AB4-9D94-0EAC963CD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610100"/>
            <a:ext cx="6305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act5-num-bg-3">
            <a:extLst xmlns:a="http://schemas.openxmlformats.org/drawingml/2006/main">
              <a:ext uri="{FF2B5EF4-FFF2-40B4-BE49-F238E27FC236}">
                <a16:creationId xmlns:a16="http://schemas.microsoft.com/office/drawing/2014/main" id="{D001E0B1-BA25-48E0-9D76-86C2A454D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723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0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act5-num-3">
            <a:extLst xmlns:a="http://schemas.openxmlformats.org/drawingml/2006/main">
              <a:ext uri="{FF2B5EF4-FFF2-40B4-BE49-F238E27FC236}">
                <a16:creationId xmlns:a16="http://schemas.microsoft.com/office/drawing/2014/main" id="{81B82CCB-9E81-4E26-82AF-169CD2DAE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24425"/>
            <a:ext cx="723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24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20</a:t>
            </a:r>
          </a:p>
        </p:txBody>
      </p:sp>
      <p:sp>
        <p:nvSpPr>
          <p:cNvPr id="22" name="act5-kind-3">
            <a:extLst xmlns:a="http://schemas.openxmlformats.org/drawingml/2006/main">
              <a:ext uri="{FF2B5EF4-FFF2-40B4-BE49-F238E27FC236}">
                <a16:creationId xmlns:a16="http://schemas.microsoft.com/office/drawing/2014/main" id="{9FF37933-E571-4DF3-B9B7-828E58203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800600"/>
            <a:ext cx="1219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609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B4202A"/>
                </a:solidFill>
                <a:latin typeface="Yu Gothic"/>
                <a:ea typeface="Yu Gothic"/>
                <a:cs typeface="Yu Gothic"/>
              </a:defRPr>
            </a:pPr>
            <a:r>
              <a:rPr sz="2175" b="1">
                <a:solidFill>
                  <a:srgbClr val="B4202A"/>
                </a:solidFill>
                <a:latin typeface="Yu Gothic"/>
                <a:ea typeface="Yu Gothic"/>
                <a:cs typeface="Yu Gothic"/>
              </a:rPr>
              <a:t>思想</a:t>
            </a:r>
          </a:p>
        </p:txBody>
      </p:sp>
      <p:sp>
        <p:nvSpPr>
          <p:cNvPr id="23" name="act5-copy-3">
            <a:extLst xmlns:a="http://schemas.openxmlformats.org/drawingml/2006/main">
              <a:ext uri="{FF2B5EF4-FFF2-40B4-BE49-F238E27FC236}">
                <a16:creationId xmlns:a16="http://schemas.microsoft.com/office/drawing/2014/main" id="{01994958-B2DA-48C0-A83A-C894B597C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800600"/>
            <a:ext cx="5048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クワイアと真壁KΩを倒し、通常のアイテム使用で停止鍵を届ける。</a:t>
            </a:r>
          </a:p>
        </p:txBody>
      </p:sp>
      <p:sp>
        <p:nvSpPr>
          <p:cNvPr id="24" name="ending-panel">
            <a:extLst xmlns:a="http://schemas.openxmlformats.org/drawingml/2006/main">
              <a:ext uri="{FF2B5EF4-FFF2-40B4-BE49-F238E27FC236}">
                <a16:creationId xmlns:a16="http://schemas.microsoft.com/office/drawing/2014/main" id="{0B513203-1CD4-4FF9-BB72-083EA46C0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600200"/>
            <a:ext cx="3219450" cy="392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ending-label">
            <a:extLst xmlns:a="http://schemas.openxmlformats.org/drawingml/2006/main">
              <a:ext uri="{FF2B5EF4-FFF2-40B4-BE49-F238E27FC236}">
                <a16:creationId xmlns:a16="http://schemas.microsoft.com/office/drawing/2014/main" id="{35E84FD5-CB6E-420D-B41F-37248FA96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885950"/>
            <a:ext cx="2609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8C2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ENDING</a:t>
            </a:r>
          </a:p>
        </p:txBody>
      </p:sp>
      <p:sp>
        <p:nvSpPr>
          <p:cNvPr id="26" name="ending-title">
            <a:extLst xmlns:a="http://schemas.openxmlformats.org/drawingml/2006/main">
              <a:ext uri="{FF2B5EF4-FFF2-40B4-BE49-F238E27FC236}">
                <a16:creationId xmlns:a16="http://schemas.microsoft.com/office/drawing/2014/main" id="{79378A82-73A9-469C-875A-5289DD93A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305050"/>
            <a:ext cx="26098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47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決着を次回作へ</a:t>
            </a:r>
          </a:p>
          <a:p xmlns:a="http://schemas.openxmlformats.org/drawingml/2006/main">
            <a:pPr algn="l">
              <a:defRPr sz="247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47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持ち越さない</a:t>
            </a:r>
          </a:p>
        </p:txBody>
      </p:sp>
      <p:sp>
        <p:nvSpPr>
          <p:cNvPr id="27" name="ending-body">
            <a:extLst xmlns:a="http://schemas.openxmlformats.org/drawingml/2006/main">
              <a:ext uri="{FF2B5EF4-FFF2-40B4-BE49-F238E27FC236}">
                <a16:creationId xmlns:a16="http://schemas.microsoft.com/office/drawing/2014/main" id="{5310C5C6-1356-4038-B7AE-61690D3E2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409950"/>
            <a:ext cx="26098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ORPHEUS停止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取引記録を公開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真壁を逮捕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神楽社を再編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美緒が独立監査機関を設立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ytcの疑いを正式に解消</a:t>
            </a:r>
          </a:p>
        </p:txBody>
      </p:sp>
      <p:sp>
        <p:nvSpPr>
          <p:cNvPr id="28" name="ending-coda">
            <a:extLst xmlns:a="http://schemas.openxmlformats.org/drawingml/2006/main">
              <a:ext uri="{FF2B5EF4-FFF2-40B4-BE49-F238E27FC236}">
                <a16:creationId xmlns:a16="http://schemas.microsoft.com/office/drawing/2014/main" id="{3E5EC75A-C189-49FB-BBBA-E91DF00E6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531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数か月後、ytcへ届くのは小さな配送依頼。物語は日常へ帰る。</a:t>
            </a:r>
          </a:p>
        </p:txBody>
      </p:sp>
    </p:spTree>
    <p:extLst>
      <p:ext uri="{BB962C8B-B14F-4D97-AF65-F5344CB8AC3E}">
        <p14:creationId xmlns:p14="http://schemas.microsoft.com/office/powerpoint/2010/main" val="6468833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ection-11">
            <a:extLst xmlns:a="http://schemas.openxmlformats.org/drawingml/2006/main">
              <a:ext uri="{FF2B5EF4-FFF2-40B4-BE49-F238E27FC236}">
                <a16:creationId xmlns:a16="http://schemas.microsoft.com/office/drawing/2014/main" id="{AF91E8A7-CE97-4730-8795-E68F42D44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368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5F6368"/>
                </a:solidFill>
                <a:latin typeface="Yu Gothic"/>
                <a:ea typeface="Yu Gothic"/>
                <a:cs typeface="Yu Gothic"/>
              </a:rPr>
              <a:t>STORY BIBLE</a:t>
            </a:r>
          </a:p>
        </p:txBody>
      </p:sp>
      <p:sp>
        <p:nvSpPr>
          <p:cNvPr id="2" name="page-11">
            <a:extLst xmlns:a="http://schemas.openxmlformats.org/drawingml/2006/main">
              <a:ext uri="{FF2B5EF4-FFF2-40B4-BE49-F238E27FC236}">
                <a16:creationId xmlns:a16="http://schemas.microsoft.com/office/drawing/2014/main" id="{C931EC11-261C-4655-A64A-1096C51F8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817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368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5F6368"/>
                </a:solidFill>
                <a:latin typeface="Yu Gothic"/>
                <a:ea typeface="Yu Gothic"/>
                <a:cs typeface="Yu Gothic"/>
              </a:rPr>
              <a:t>11</a:t>
            </a:r>
          </a:p>
        </p:txBody>
      </p:sp>
      <p:sp>
        <p:nvSpPr>
          <p:cNvPr id="3" name="title-11">
            <a:extLst xmlns:a="http://schemas.openxmlformats.org/drawingml/2006/main">
              <a:ext uri="{FF2B5EF4-FFF2-40B4-BE49-F238E27FC236}">
                <a16:creationId xmlns:a16="http://schemas.microsoft.com/office/drawing/2014/main" id="{43807A19-13BD-438F-9C84-893037B78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11125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36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三人の対立軸が、K1の意味を完成させる</a:t>
            </a:r>
          </a:p>
        </p:txBody>
      </p:sp>
      <p:sp>
        <p:nvSpPr>
          <p:cNvPr id="4" name="title-rule-11">
            <a:extLst xmlns:a="http://schemas.openxmlformats.org/drawingml/2006/main">
              <a:ext uri="{FF2B5EF4-FFF2-40B4-BE49-F238E27FC236}">
                <a16:creationId xmlns:a16="http://schemas.microsoft.com/office/drawing/2014/main" id="{52C505FB-B6EC-4E5A-9F5A-942B7A3E8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5" name="tri-line-1">
            <a:extLst xmlns:a="http://schemas.openxmlformats.org/drawingml/2006/main">
              <a:ext uri="{FF2B5EF4-FFF2-40B4-BE49-F238E27FC236}">
                <a16:creationId xmlns:a16="http://schemas.microsoft.com/office/drawing/2014/main" id="{E4A99BBD-4659-4A7C-97DB-6A370D3E2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324100"/>
            <a:ext cx="628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6" name="tri-line-2">
            <a:extLst xmlns:a="http://schemas.openxmlformats.org/drawingml/2006/main">
              <a:ext uri="{FF2B5EF4-FFF2-40B4-BE49-F238E27FC236}">
                <a16:creationId xmlns:a16="http://schemas.microsoft.com/office/drawing/2014/main" id="{3F2C45F7-95FC-447E-B7F5-DD2FCD278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371850"/>
            <a:ext cx="3143250" cy="1143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7" name="tri-line-3">
            <a:extLst xmlns:a="http://schemas.openxmlformats.org/drawingml/2006/main">
              <a:ext uri="{FF2B5EF4-FFF2-40B4-BE49-F238E27FC236}">
                <a16:creationId xmlns:a16="http://schemas.microsoft.com/office/drawing/2014/main" id="{6AB128C4-C1CA-48E2-AEC9-82A6248D8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096000" y="3371850"/>
            <a:ext cx="3143250" cy="1143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8" name="node-yamada">
            <a:extLst xmlns:a="http://schemas.openxmlformats.org/drawingml/2006/main">
              <a:ext uri="{FF2B5EF4-FFF2-40B4-BE49-F238E27FC236}">
                <a16:creationId xmlns:a16="http://schemas.microsoft.com/office/drawing/2014/main" id="{EAD51FA8-256B-4A78-852A-6E438FE72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57350"/>
            <a:ext cx="4000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CE8D2"/>
          </a:solidFill>
          <a:ln xmlns:a="http://schemas.openxmlformats.org/drawingml/2006/main" w="19050">
            <a:solidFill>
              <a:srgbClr val="F28C28"/>
            </a:solidFill>
            <a:prstDash val="solid"/>
          </a:ln>
        </p:spPr>
      </p:sp>
      <p:sp>
        <p:nvSpPr>
          <p:cNvPr id="9" name="node-yamada-name">
            <a:extLst xmlns:a="http://schemas.openxmlformats.org/drawingml/2006/main">
              <a:ext uri="{FF2B5EF4-FFF2-40B4-BE49-F238E27FC236}">
                <a16:creationId xmlns:a16="http://schemas.microsoft.com/office/drawing/2014/main" id="{2D55B7A1-31C0-4380-9AB6-DDC63D9F6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905000"/>
            <a:ext cx="3390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63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7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山田</a:t>
            </a:r>
          </a:p>
        </p:txBody>
      </p:sp>
      <p:sp>
        <p:nvSpPr>
          <p:cNvPr id="10" name="node-yamada-copy">
            <a:extLst xmlns:a="http://schemas.openxmlformats.org/drawingml/2006/main">
              <a:ext uri="{FF2B5EF4-FFF2-40B4-BE49-F238E27FC236}">
                <a16:creationId xmlns:a16="http://schemas.microsoft.com/office/drawing/2014/main" id="{C8C56D38-97EE-49A8-BDB5-F8AC0AB13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457450"/>
            <a:ext cx="3390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551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目の前の相手を守る</a:t>
            </a:r>
          </a:p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命令を言葉と行動で選び直す</a:t>
            </a:r>
          </a:p>
        </p:txBody>
      </p:sp>
      <p:sp>
        <p:nvSpPr>
          <p:cNvPr id="11" name="node-makabe">
            <a:extLst xmlns:a="http://schemas.openxmlformats.org/drawingml/2006/main">
              <a:ext uri="{FF2B5EF4-FFF2-40B4-BE49-F238E27FC236}">
                <a16:creationId xmlns:a16="http://schemas.microsoft.com/office/drawing/2014/main" id="{C2820F4B-B26B-49C9-95F2-154B1E123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57350"/>
            <a:ext cx="4000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8E4E6"/>
          </a:solidFill>
          <a:ln xmlns:a="http://schemas.openxmlformats.org/drawingml/2006/main" w="19050">
            <a:solidFill>
              <a:srgbClr val="B4202A"/>
            </a:solidFill>
            <a:prstDash val="solid"/>
          </a:ln>
        </p:spPr>
      </p:sp>
      <p:sp>
        <p:nvSpPr>
          <p:cNvPr id="12" name="node-makabe-name">
            <a:extLst xmlns:a="http://schemas.openxmlformats.org/drawingml/2006/main">
              <a:ext uri="{FF2B5EF4-FFF2-40B4-BE49-F238E27FC236}">
                <a16:creationId xmlns:a16="http://schemas.microsoft.com/office/drawing/2014/main" id="{102617ED-F6A3-41C0-8E0A-1728DB174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905000"/>
            <a:ext cx="3390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63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B4202A"/>
                </a:solidFill>
                <a:latin typeface="Yu Gothic"/>
                <a:ea typeface="Yu Gothic"/>
                <a:cs typeface="Yu Gothic"/>
              </a:defRPr>
            </a:pPr>
            <a:r>
              <a:rPr sz="2700" b="1">
                <a:solidFill>
                  <a:srgbClr val="B4202A"/>
                </a:solidFill>
                <a:latin typeface="Yu Gothic"/>
                <a:ea typeface="Yu Gothic"/>
                <a:cs typeface="Yu Gothic"/>
              </a:rPr>
              <a:t>真壁 宗一</a:t>
            </a:r>
          </a:p>
        </p:txBody>
      </p:sp>
      <p:sp>
        <p:nvSpPr>
          <p:cNvPr id="13" name="node-makabe-copy">
            <a:extLst xmlns:a="http://schemas.openxmlformats.org/drawingml/2006/main">
              <a:ext uri="{FF2B5EF4-FFF2-40B4-BE49-F238E27FC236}">
                <a16:creationId xmlns:a16="http://schemas.microsoft.com/office/drawing/2014/main" id="{552221AA-2D72-4259-8769-AB9A100D7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457450"/>
            <a:ext cx="3390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551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戦争を確率と市場へ還元する</a:t>
            </a:r>
          </a:p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迷いを非効率として切り捨てる</a:t>
            </a:r>
          </a:p>
        </p:txBody>
      </p:sp>
      <p:sp>
        <p:nvSpPr>
          <p:cNvPr id="14" name="node-mio">
            <a:extLst xmlns:a="http://schemas.openxmlformats.org/drawingml/2006/main">
              <a:ext uri="{FF2B5EF4-FFF2-40B4-BE49-F238E27FC236}">
                <a16:creationId xmlns:a16="http://schemas.microsoft.com/office/drawing/2014/main" id="{5BFE50BC-05AB-47F3-B79C-A2EE02843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514850"/>
            <a:ext cx="40005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7F6EF"/>
          </a:solidFill>
          <a:ln xmlns:a="http://schemas.openxmlformats.org/drawingml/2006/main" w="19050">
            <a:solidFill>
              <a:srgbClr val="2E8B68"/>
            </a:solidFill>
            <a:prstDash val="solid"/>
          </a:ln>
        </p:spPr>
      </p:sp>
      <p:sp>
        <p:nvSpPr>
          <p:cNvPr id="15" name="node-mio-name">
            <a:extLst xmlns:a="http://schemas.openxmlformats.org/drawingml/2006/main">
              <a:ext uri="{FF2B5EF4-FFF2-40B4-BE49-F238E27FC236}">
                <a16:creationId xmlns:a16="http://schemas.microsoft.com/office/drawing/2014/main" id="{5D7F178B-F903-42ED-8C84-5903C381F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724400"/>
            <a:ext cx="3390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143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2E8B68"/>
                </a:solidFill>
                <a:latin typeface="Yu Gothic"/>
                <a:ea typeface="Yu Gothic"/>
                <a:cs typeface="Yu Gothic"/>
              </a:defRPr>
            </a:pPr>
            <a:r>
              <a:rPr sz="2625" b="1">
                <a:solidFill>
                  <a:srgbClr val="2E8B68"/>
                </a:solidFill>
                <a:latin typeface="Yu Gothic"/>
                <a:ea typeface="Yu Gothic"/>
                <a:cs typeface="Yu Gothic"/>
              </a:rPr>
              <a:t>神楽 美緒</a:t>
            </a:r>
          </a:p>
        </p:txBody>
      </p:sp>
      <p:sp>
        <p:nvSpPr>
          <p:cNvPr id="16" name="node-mio-copy">
            <a:extLst xmlns:a="http://schemas.openxmlformats.org/drawingml/2006/main">
              <a:ext uri="{FF2B5EF4-FFF2-40B4-BE49-F238E27FC236}">
                <a16:creationId xmlns:a16="http://schemas.microsoft.com/office/drawing/2014/main" id="{79FC401C-B948-40B0-A31F-15878805F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257800"/>
            <a:ext cx="3390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141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機械の中へ「拒否できる時間」を設計する</a:t>
            </a:r>
          </a:p>
        </p:txBody>
      </p:sp>
      <p:sp>
        <p:nvSpPr>
          <p:cNvPr id="17" name="node-lark">
            <a:extLst xmlns:a="http://schemas.openxmlformats.org/drawingml/2006/main">
              <a:ext uri="{FF2B5EF4-FFF2-40B4-BE49-F238E27FC236}">
                <a16:creationId xmlns:a16="http://schemas.microsoft.com/office/drawing/2014/main" id="{3EE4F82D-6879-477C-82C9-F3E988648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048000"/>
            <a:ext cx="20955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8" name="node-lark-title">
            <a:extLst xmlns:a="http://schemas.openxmlformats.org/drawingml/2006/main">
              <a:ext uri="{FF2B5EF4-FFF2-40B4-BE49-F238E27FC236}">
                <a16:creationId xmlns:a16="http://schemas.microsoft.com/office/drawing/2014/main" id="{BD71D5C0-3C43-497D-A55B-EA71C23EB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238500"/>
            <a:ext cx="175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615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K1 / LARK</a:t>
            </a:r>
          </a:p>
        </p:txBody>
      </p:sp>
      <p:sp>
        <p:nvSpPr>
          <p:cNvPr id="19" name="node-lark-copy">
            <a:extLst xmlns:a="http://schemas.openxmlformats.org/drawingml/2006/main">
              <a:ext uri="{FF2B5EF4-FFF2-40B4-BE49-F238E27FC236}">
                <a16:creationId xmlns:a16="http://schemas.microsoft.com/office/drawing/2014/main" id="{7F80463A-73C0-4AF0-858E-90B548797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67665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28C28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弱さ ＝ 自由の余地</a:t>
            </a:r>
          </a:p>
        </p:txBody>
      </p:sp>
    </p:spTree>
    <p:extLst>
      <p:ext uri="{BB962C8B-B14F-4D97-AF65-F5344CB8AC3E}">
        <p14:creationId xmlns:p14="http://schemas.microsoft.com/office/powerpoint/2010/main" val="143683726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section-12">
            <a:extLst xmlns:a="http://schemas.openxmlformats.org/drawingml/2006/main">
              <a:ext uri="{FF2B5EF4-FFF2-40B4-BE49-F238E27FC236}">
                <a16:creationId xmlns:a16="http://schemas.microsoft.com/office/drawing/2014/main" id="{4AEC62A9-82FA-46BD-AF06-B8483C1CC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368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5F6368"/>
                </a:solidFill>
                <a:latin typeface="Yu Gothic"/>
                <a:ea typeface="Yu Gothic"/>
                <a:cs typeface="Yu Gothic"/>
              </a:rPr>
              <a:t>STORY BIBLE</a:t>
            </a:r>
          </a:p>
        </p:txBody>
      </p:sp>
      <p:sp>
        <p:nvSpPr>
          <p:cNvPr id="2" name="page-12">
            <a:extLst xmlns:a="http://schemas.openxmlformats.org/drawingml/2006/main">
              <a:ext uri="{FF2B5EF4-FFF2-40B4-BE49-F238E27FC236}">
                <a16:creationId xmlns:a16="http://schemas.microsoft.com/office/drawing/2014/main" id="{0F1B816A-3DFD-4F85-A6D7-5AA6795B7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817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368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5F6368"/>
                </a:solidFill>
                <a:latin typeface="Yu Gothic"/>
                <a:ea typeface="Yu Gothic"/>
                <a:cs typeface="Yu Gothic"/>
              </a:rPr>
              <a:t>12</a:t>
            </a:r>
          </a:p>
        </p:txBody>
      </p:sp>
      <p:sp>
        <p:nvSpPr>
          <p:cNvPr id="3" name="title-12">
            <a:extLst xmlns:a="http://schemas.openxmlformats.org/drawingml/2006/main">
              <a:ext uri="{FF2B5EF4-FFF2-40B4-BE49-F238E27FC236}">
                <a16:creationId xmlns:a16="http://schemas.microsoft.com/office/drawing/2014/main" id="{B0906625-FBCF-4C81-B70F-254194144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11125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36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ytcの15人は、日常の担当を最終戦へつなぐ</a:t>
            </a:r>
          </a:p>
        </p:txBody>
      </p:sp>
      <p:sp>
        <p:nvSpPr>
          <p:cNvPr id="4" name="title-rule-12">
            <a:extLst xmlns:a="http://schemas.openxmlformats.org/drawingml/2006/main">
              <a:ext uri="{FF2B5EF4-FFF2-40B4-BE49-F238E27FC236}">
                <a16:creationId xmlns:a16="http://schemas.microsoft.com/office/drawing/2014/main" id="{55B283C0-6A92-497C-872E-DFE1D653B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5" name="yamada-rail">
            <a:extLst xmlns:a="http://schemas.openxmlformats.org/drawingml/2006/main">
              <a:ext uri="{FF2B5EF4-FFF2-40B4-BE49-F238E27FC236}">
                <a16:creationId xmlns:a16="http://schemas.microsoft.com/office/drawing/2014/main" id="{86766355-8D42-4054-AB9D-6B24C50CF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1809750" cy="44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yamada-rail-label">
            <a:extLst xmlns:a="http://schemas.openxmlformats.org/drawingml/2006/main">
              <a:ext uri="{FF2B5EF4-FFF2-40B4-BE49-F238E27FC236}">
                <a16:creationId xmlns:a16="http://schemas.microsoft.com/office/drawing/2014/main" id="{40839679-4C4C-42C4-BA6E-8EDEFEAC5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131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28C2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主人公</a:t>
            </a:r>
          </a:p>
        </p:txBody>
      </p:sp>
      <p:sp>
        <p:nvSpPr>
          <p:cNvPr id="7" name="yamada-rail-name">
            <a:extLst xmlns:a="http://schemas.openxmlformats.org/drawingml/2006/main">
              <a:ext uri="{FF2B5EF4-FFF2-40B4-BE49-F238E27FC236}">
                <a16:creationId xmlns:a16="http://schemas.microsoft.com/office/drawing/2014/main" id="{85250E8E-00B7-48AF-9435-4885B5FFA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05050"/>
            <a:ext cx="1314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309"/>
          </a:bodyPr>
          <a:lstStyle xmlns:a="http://schemas.openxmlformats.org/drawingml/2006/main"/>
          <a:p xmlns:a="http://schemas.openxmlformats.org/drawingml/2006/main">
            <a:pPr algn="ctr">
              <a:defRPr sz="307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307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山田</a:t>
            </a:r>
          </a:p>
        </p:txBody>
      </p:sp>
      <p:sp>
        <p:nvSpPr>
          <p:cNvPr id="8" name="yamada-rail-copy">
            <a:extLst xmlns:a="http://schemas.openxmlformats.org/drawingml/2006/main">
              <a:ext uri="{FF2B5EF4-FFF2-40B4-BE49-F238E27FC236}">
                <a16:creationId xmlns:a16="http://schemas.microsoft.com/office/drawing/2014/main" id="{59C361F0-E311-4720-B810-AFBAC5E04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05150"/>
            <a:ext cx="13144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現場判断</a:t>
            </a:r>
          </a:p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K1専任</a:t>
            </a:r>
          </a:p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全員で帰る</a:t>
            </a:r>
          </a:p>
        </p:txBody>
      </p:sp>
      <p:sp>
        <p:nvSpPr>
          <p:cNvPr id="9" name="yamada-rail-payoff">
            <a:extLst xmlns:a="http://schemas.openxmlformats.org/drawingml/2006/main">
              <a:ext uri="{FF2B5EF4-FFF2-40B4-BE49-F238E27FC236}">
                <a16:creationId xmlns:a16="http://schemas.microsoft.com/office/drawing/2014/main" id="{CE827E07-26BB-4632-B509-030F53AEB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33950"/>
            <a:ext cx="1314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28C28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CH 20</a:t>
            </a:r>
          </a:p>
          <a:p xmlns:a="http://schemas.openxmlformats.org/drawingml/2006/main">
            <a:pPr algn="ctr">
              <a:defRPr sz="1500" b="1">
                <a:solidFill>
                  <a:srgbClr val="F28C28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最後の配送</a:t>
            </a:r>
          </a:p>
        </p:txBody>
      </p:sp>
      <p:sp>
        <p:nvSpPr>
          <p:cNvPr id="10" name="team-row-bg-0">
            <a:extLst xmlns:a="http://schemas.openxmlformats.org/drawingml/2006/main">
              <a:ext uri="{FF2B5EF4-FFF2-40B4-BE49-F238E27FC236}">
                <a16:creationId xmlns:a16="http://schemas.microsoft.com/office/drawing/2014/main" id="{D26749E9-7B02-426A-8E6B-0A7E35B2C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562100"/>
            <a:ext cx="90106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am-role-0">
            <a:extLst xmlns:a="http://schemas.openxmlformats.org/drawingml/2006/main">
              <a:ext uri="{FF2B5EF4-FFF2-40B4-BE49-F238E27FC236}">
                <a16:creationId xmlns:a16="http://schemas.microsoft.com/office/drawing/2014/main" id="{9C4FB273-D26A-4343-A64F-B05F4C401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6954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28C28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指揮・作戦</a:t>
            </a:r>
          </a:p>
        </p:txBody>
      </p:sp>
      <p:sp>
        <p:nvSpPr>
          <p:cNvPr id="12" name="team-names-0">
            <a:extLst xmlns:a="http://schemas.openxmlformats.org/drawingml/2006/main">
              <a:ext uri="{FF2B5EF4-FFF2-40B4-BE49-F238E27FC236}">
                <a16:creationId xmlns:a16="http://schemas.microsoft.com/office/drawing/2014/main" id="{8D11CB38-D7B6-4408-A7E9-2FE9EEF92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6764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高城 / 御厨</a:t>
            </a:r>
          </a:p>
        </p:txBody>
      </p:sp>
      <p:sp>
        <p:nvSpPr>
          <p:cNvPr id="13" name="team-payoff-0">
            <a:extLst xmlns:a="http://schemas.openxmlformats.org/drawingml/2006/main">
              <a:ext uri="{FF2B5EF4-FFF2-40B4-BE49-F238E27FC236}">
                <a16:creationId xmlns:a16="http://schemas.microsoft.com/office/drawing/2014/main" id="{BBBA2296-D183-49F2-B086-63DC3D8E5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676400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契約・目的・撤退判断を一本化</a:t>
            </a:r>
          </a:p>
        </p:txBody>
      </p:sp>
      <p:sp>
        <p:nvSpPr>
          <p:cNvPr id="14" name="team-row-rule-0">
            <a:extLst xmlns:a="http://schemas.openxmlformats.org/drawingml/2006/main">
              <a:ext uri="{FF2B5EF4-FFF2-40B4-BE49-F238E27FC236}">
                <a16:creationId xmlns:a16="http://schemas.microsoft.com/office/drawing/2014/main" id="{05B0BC82-2BE0-4423-BB31-FE38E0764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247900"/>
            <a:ext cx="9010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team-role-1">
            <a:extLst xmlns:a="http://schemas.openxmlformats.org/drawingml/2006/main">
              <a:ext uri="{FF2B5EF4-FFF2-40B4-BE49-F238E27FC236}">
                <a16:creationId xmlns:a16="http://schemas.microsoft.com/office/drawing/2014/main" id="{75DDFFBB-5CEE-4CF6-97CC-A3D49DC64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4765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28C28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整備・情報</a:t>
            </a:r>
          </a:p>
        </p:txBody>
      </p:sp>
      <p:sp>
        <p:nvSpPr>
          <p:cNvPr id="16" name="team-names-1">
            <a:extLst xmlns:a="http://schemas.openxmlformats.org/drawingml/2006/main">
              <a:ext uri="{FF2B5EF4-FFF2-40B4-BE49-F238E27FC236}">
                <a16:creationId xmlns:a16="http://schemas.microsoft.com/office/drawing/2014/main" id="{CB44AF27-C07D-432F-9954-7B073A669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5745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火野 / 天城 / 戸塚</a:t>
            </a:r>
          </a:p>
        </p:txBody>
      </p:sp>
      <p:sp>
        <p:nvSpPr>
          <p:cNvPr id="17" name="team-payoff-1">
            <a:extLst xmlns:a="http://schemas.openxmlformats.org/drawingml/2006/main">
              <a:ext uri="{FF2B5EF4-FFF2-40B4-BE49-F238E27FC236}">
                <a16:creationId xmlns:a16="http://schemas.microsoft.com/office/drawing/2014/main" id="{4861D334-B95D-4909-AB14-AE93718C5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57450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K1改修・衛星・LARK解析</a:t>
            </a:r>
          </a:p>
        </p:txBody>
      </p:sp>
      <p:sp>
        <p:nvSpPr>
          <p:cNvPr id="18" name="team-row-rule-1">
            <a:extLst xmlns:a="http://schemas.openxmlformats.org/drawingml/2006/main">
              <a:ext uri="{FF2B5EF4-FFF2-40B4-BE49-F238E27FC236}">
                <a16:creationId xmlns:a16="http://schemas.microsoft.com/office/drawing/2014/main" id="{C133DA83-F7E6-44D7-883E-000494E69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028950"/>
            <a:ext cx="9010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team-row-bg-2">
            <a:extLst xmlns:a="http://schemas.openxmlformats.org/drawingml/2006/main">
              <a:ext uri="{FF2B5EF4-FFF2-40B4-BE49-F238E27FC236}">
                <a16:creationId xmlns:a16="http://schemas.microsoft.com/office/drawing/2014/main" id="{8502F692-E4AC-44C6-AC51-91C0421E5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124200"/>
            <a:ext cx="90106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am-role-2">
            <a:extLst xmlns:a="http://schemas.openxmlformats.org/drawingml/2006/main">
              <a:ext uri="{FF2B5EF4-FFF2-40B4-BE49-F238E27FC236}">
                <a16:creationId xmlns:a16="http://schemas.microsoft.com/office/drawing/2014/main" id="{FB636D18-28AD-47B2-BEE0-5ECF7D103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2575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28C28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戦闘</a:t>
            </a:r>
          </a:p>
        </p:txBody>
      </p:sp>
      <p:sp>
        <p:nvSpPr>
          <p:cNvPr id="21" name="team-names-2">
            <a:extLst xmlns:a="http://schemas.openxmlformats.org/drawingml/2006/main">
              <a:ext uri="{FF2B5EF4-FFF2-40B4-BE49-F238E27FC236}">
                <a16:creationId xmlns:a16="http://schemas.microsoft.com/office/drawing/2014/main" id="{F860F30B-DF43-4547-8DFF-D652F0610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2385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黒瀬 / 辰巳 / 佐伯 / 神谷</a:t>
            </a:r>
          </a:p>
        </p:txBody>
      </p:sp>
      <p:sp>
        <p:nvSpPr>
          <p:cNvPr id="22" name="team-payoff-2">
            <a:extLst xmlns:a="http://schemas.openxmlformats.org/drawingml/2006/main">
              <a:ext uri="{FF2B5EF4-FFF2-40B4-BE49-F238E27FC236}">
                <a16:creationId xmlns:a16="http://schemas.microsoft.com/office/drawing/2014/main" id="{C4E0FB7D-17AD-4AF4-8104-3443E15C3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238500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偵察・防衛・狙撃・強襲</a:t>
            </a:r>
          </a:p>
        </p:txBody>
      </p:sp>
      <p:sp>
        <p:nvSpPr>
          <p:cNvPr id="23" name="team-row-rule-2">
            <a:extLst xmlns:a="http://schemas.openxmlformats.org/drawingml/2006/main">
              <a:ext uri="{FF2B5EF4-FFF2-40B4-BE49-F238E27FC236}">
                <a16:creationId xmlns:a16="http://schemas.microsoft.com/office/drawing/2014/main" id="{A763A13B-4C99-4179-BFCA-918693332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810000"/>
            <a:ext cx="9010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4" name="team-role-3">
            <a:extLst xmlns:a="http://schemas.openxmlformats.org/drawingml/2006/main">
              <a:ext uri="{FF2B5EF4-FFF2-40B4-BE49-F238E27FC236}">
                <a16:creationId xmlns:a16="http://schemas.microsoft.com/office/drawing/2014/main" id="{5D93AE93-9710-441A-AC21-9F8A5CCC8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0386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28C28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生命・兵站</a:t>
            </a:r>
          </a:p>
        </p:txBody>
      </p:sp>
      <p:sp>
        <p:nvSpPr>
          <p:cNvPr id="25" name="team-names-3">
            <a:extLst xmlns:a="http://schemas.openxmlformats.org/drawingml/2006/main">
              <a:ext uri="{FF2B5EF4-FFF2-40B4-BE49-F238E27FC236}">
                <a16:creationId xmlns:a16="http://schemas.microsoft.com/office/drawing/2014/main" id="{F689014E-9CBE-41DD-831D-9EAF8D452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01955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伊吹 / 森川 / 劉</a:t>
            </a:r>
          </a:p>
        </p:txBody>
      </p:sp>
      <p:sp>
        <p:nvSpPr>
          <p:cNvPr id="26" name="team-payoff-3">
            <a:extLst xmlns:a="http://schemas.openxmlformats.org/drawingml/2006/main">
              <a:ext uri="{FF2B5EF4-FFF2-40B4-BE49-F238E27FC236}">
                <a16:creationId xmlns:a16="http://schemas.microsoft.com/office/drawing/2014/main" id="{A8B33DE7-2791-4A82-8A92-70D9420CE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19550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救助・補給・全員の帰還</a:t>
            </a:r>
          </a:p>
        </p:txBody>
      </p:sp>
      <p:sp>
        <p:nvSpPr>
          <p:cNvPr id="27" name="team-row-rule-3">
            <a:extLst xmlns:a="http://schemas.openxmlformats.org/drawingml/2006/main">
              <a:ext uri="{FF2B5EF4-FFF2-40B4-BE49-F238E27FC236}">
                <a16:creationId xmlns:a16="http://schemas.microsoft.com/office/drawing/2014/main" id="{E5208AAC-993E-4DAF-9CD1-128EE9E00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591050"/>
            <a:ext cx="9010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8" name="team-row-bg-4">
            <a:extLst xmlns:a="http://schemas.openxmlformats.org/drawingml/2006/main">
              <a:ext uri="{FF2B5EF4-FFF2-40B4-BE49-F238E27FC236}">
                <a16:creationId xmlns:a16="http://schemas.microsoft.com/office/drawing/2014/main" id="{ED48954F-D67D-407F-909E-963A73C20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686300"/>
            <a:ext cx="90106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team-role-4">
            <a:extLst xmlns:a="http://schemas.openxmlformats.org/drawingml/2006/main">
              <a:ext uri="{FF2B5EF4-FFF2-40B4-BE49-F238E27FC236}">
                <a16:creationId xmlns:a16="http://schemas.microsoft.com/office/drawing/2014/main" id="{8A9F0454-101F-4CE3-9F12-5044B54C7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8196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28C28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信用・契約</a:t>
            </a:r>
          </a:p>
        </p:txBody>
      </p:sp>
      <p:sp>
        <p:nvSpPr>
          <p:cNvPr id="30" name="team-names-4">
            <a:extLst xmlns:a="http://schemas.openxmlformats.org/drawingml/2006/main">
              <a:ext uri="{FF2B5EF4-FFF2-40B4-BE49-F238E27FC236}">
                <a16:creationId xmlns:a16="http://schemas.microsoft.com/office/drawing/2014/main" id="{265F3AEC-6AEF-4C0A-B8C5-8943779A1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8006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荻原 / 小野寺</a:t>
            </a:r>
          </a:p>
        </p:txBody>
      </p:sp>
      <p:sp>
        <p:nvSpPr>
          <p:cNvPr id="31" name="team-payoff-4">
            <a:extLst xmlns:a="http://schemas.openxmlformats.org/drawingml/2006/main">
              <a:ext uri="{FF2B5EF4-FFF2-40B4-BE49-F238E27FC236}">
                <a16:creationId xmlns:a16="http://schemas.microsoft.com/office/drawing/2014/main" id="{861C098D-437A-48AF-8AEA-AD98F97A9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800600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証拠・交渉・地域との信頼</a:t>
            </a:r>
          </a:p>
        </p:txBody>
      </p:sp>
      <p:sp>
        <p:nvSpPr>
          <p:cNvPr id="32" name="team-row-rule-4">
            <a:extLst xmlns:a="http://schemas.openxmlformats.org/drawingml/2006/main">
              <a:ext uri="{FF2B5EF4-FFF2-40B4-BE49-F238E27FC236}">
                <a16:creationId xmlns:a16="http://schemas.microsoft.com/office/drawing/2014/main" id="{29CDE780-D12E-42B6-AEB8-3D245C23D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372100"/>
            <a:ext cx="9010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3" name="team-canon">
            <a:extLst xmlns:a="http://schemas.openxmlformats.org/drawingml/2006/main">
              <a:ext uri="{FF2B5EF4-FFF2-40B4-BE49-F238E27FC236}">
                <a16:creationId xmlns:a16="http://schemas.microsoft.com/office/drawing/2014/main" id="{8790A236-D7B3-4BFE-BD6A-E480CEBF6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753100"/>
            <a:ext cx="8553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正史では15名全員が生存。危機感は負傷・離脱・拠点損壊で表現する。</a:t>
            </a:r>
          </a:p>
        </p:txBody>
      </p:sp>
    </p:spTree>
    <p:extLst>
      <p:ext uri="{BB962C8B-B14F-4D97-AF65-F5344CB8AC3E}">
        <p14:creationId xmlns:p14="http://schemas.microsoft.com/office/powerpoint/2010/main" val="128174597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section-13">
            <a:extLst xmlns:a="http://schemas.openxmlformats.org/drawingml/2006/main">
              <a:ext uri="{FF2B5EF4-FFF2-40B4-BE49-F238E27FC236}">
                <a16:creationId xmlns:a16="http://schemas.microsoft.com/office/drawing/2014/main" id="{3530FE11-0445-4DEF-A541-6B754EB1D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368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5F6368"/>
                </a:solidFill>
                <a:latin typeface="Yu Gothic"/>
                <a:ea typeface="Yu Gothic"/>
                <a:cs typeface="Yu Gothic"/>
              </a:rPr>
              <a:t>STORY BIBLE</a:t>
            </a:r>
          </a:p>
        </p:txBody>
      </p:sp>
      <p:sp>
        <p:nvSpPr>
          <p:cNvPr id="2" name="page-13">
            <a:extLst xmlns:a="http://schemas.openxmlformats.org/drawingml/2006/main">
              <a:ext uri="{FF2B5EF4-FFF2-40B4-BE49-F238E27FC236}">
                <a16:creationId xmlns:a16="http://schemas.microsoft.com/office/drawing/2014/main" id="{061FC0E4-61E2-4E22-90FE-A18DF1F3E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817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368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5F6368"/>
                </a:solidFill>
                <a:latin typeface="Yu Gothic"/>
                <a:ea typeface="Yu Gothic"/>
                <a:cs typeface="Yu Gothic"/>
              </a:rPr>
              <a:t>13</a:t>
            </a:r>
          </a:p>
        </p:txBody>
      </p:sp>
      <p:sp>
        <p:nvSpPr>
          <p:cNvPr id="3" name="title-13">
            <a:extLst xmlns:a="http://schemas.openxmlformats.org/drawingml/2006/main">
              <a:ext uri="{FF2B5EF4-FFF2-40B4-BE49-F238E27FC236}">
                <a16:creationId xmlns:a16="http://schemas.microsoft.com/office/drawing/2014/main" id="{E89ABD45-6CF8-4AD6-B203-04E691981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11125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36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各章は、遊びと物語が同じ問いに答える</a:t>
            </a:r>
          </a:p>
        </p:txBody>
      </p:sp>
      <p:sp>
        <p:nvSpPr>
          <p:cNvPr id="4" name="title-rule-13">
            <a:extLst xmlns:a="http://schemas.openxmlformats.org/drawingml/2006/main">
              <a:ext uri="{FF2B5EF4-FFF2-40B4-BE49-F238E27FC236}">
                <a16:creationId xmlns:a16="http://schemas.microsoft.com/office/drawing/2014/main" id="{638ACFEF-70B7-4CAB-83CB-BE38A111F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5" name="contract-num-0">
            <a:extLst xmlns:a="http://schemas.openxmlformats.org/drawingml/2006/main">
              <a:ext uri="{FF2B5EF4-FFF2-40B4-BE49-F238E27FC236}">
                <a16:creationId xmlns:a16="http://schemas.microsoft.com/office/drawing/2014/main" id="{32DD75B6-9698-490A-A46C-7859CCA4C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28C28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  <p:sp>
        <p:nvSpPr>
          <p:cNvPr id="6" name="contract-title-0">
            <a:extLst xmlns:a="http://schemas.openxmlformats.org/drawingml/2006/main">
              <a:ext uri="{FF2B5EF4-FFF2-40B4-BE49-F238E27FC236}">
                <a16:creationId xmlns:a16="http://schemas.microsoft.com/office/drawing/2014/main" id="{9662ADAC-EFD9-460B-8FF2-D8AAB909D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71450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654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目的を明示</a:t>
            </a:r>
          </a:p>
        </p:txBody>
      </p:sp>
      <p:sp>
        <p:nvSpPr>
          <p:cNvPr id="7" name="contract-body-0">
            <a:extLst xmlns:a="http://schemas.openxmlformats.org/drawingml/2006/main">
              <a:ext uri="{FF2B5EF4-FFF2-40B4-BE49-F238E27FC236}">
                <a16:creationId xmlns:a16="http://schemas.microsoft.com/office/drawing/2014/main" id="{8BC16C56-87B5-4100-BE68-CA4E141B8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209800"/>
            <a:ext cx="2762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届け先と対象を明示する</a:t>
            </a:r>
          </a:p>
        </p:txBody>
      </p:sp>
      <p:sp>
        <p:nvSpPr>
          <p:cNvPr id="8" name="contract-rule-0">
            <a:extLst xmlns:a="http://schemas.openxmlformats.org/drawingml/2006/main">
              <a:ext uri="{FF2B5EF4-FFF2-40B4-BE49-F238E27FC236}">
                <a16:creationId xmlns:a16="http://schemas.microsoft.com/office/drawing/2014/main" id="{8275F677-4BEB-4E67-B845-A7034C28D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323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contract-arrow-0">
            <a:extLst xmlns:a="http://schemas.openxmlformats.org/drawingml/2006/main">
              <a:ext uri="{FF2B5EF4-FFF2-40B4-BE49-F238E27FC236}">
                <a16:creationId xmlns:a16="http://schemas.microsoft.com/office/drawing/2014/main" id="{4CBFA2EF-FE8F-4DB9-ADF0-23B0D4B3D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22885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444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→</a:t>
            </a:r>
          </a:p>
        </p:txBody>
      </p:sp>
      <p:sp>
        <p:nvSpPr>
          <p:cNvPr id="10" name="contract-num-1">
            <a:extLst xmlns:a="http://schemas.openxmlformats.org/drawingml/2006/main">
              <a:ext uri="{FF2B5EF4-FFF2-40B4-BE49-F238E27FC236}">
                <a16:creationId xmlns:a16="http://schemas.microsoft.com/office/drawing/2014/main" id="{9BD0B4ED-5E04-474B-85B7-06C91012B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7145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28C28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sp>
        <p:nvSpPr>
          <p:cNvPr id="11" name="contract-title-1">
            <a:extLst xmlns:a="http://schemas.openxmlformats.org/drawingml/2006/main">
              <a:ext uri="{FF2B5EF4-FFF2-40B4-BE49-F238E27FC236}">
                <a16:creationId xmlns:a16="http://schemas.microsoft.com/office/drawing/2014/main" id="{A965CF17-F4B9-4F3C-B305-FC72B4C7C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1450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654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新ルールを一つ教える</a:t>
            </a:r>
          </a:p>
        </p:txBody>
      </p:sp>
      <p:sp>
        <p:nvSpPr>
          <p:cNvPr id="12" name="contract-body-1">
            <a:extLst xmlns:a="http://schemas.openxmlformats.org/drawingml/2006/main">
              <a:ext uri="{FF2B5EF4-FFF2-40B4-BE49-F238E27FC236}">
                <a16:creationId xmlns:a16="http://schemas.microsoft.com/office/drawing/2014/main" id="{49EB398E-07DF-486F-A7FC-984174B29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209800"/>
            <a:ext cx="2762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同時に二つ初登場させない</a:t>
            </a:r>
          </a:p>
        </p:txBody>
      </p:sp>
      <p:sp>
        <p:nvSpPr>
          <p:cNvPr id="13" name="contract-rule-1">
            <a:extLst xmlns:a="http://schemas.openxmlformats.org/drawingml/2006/main">
              <a:ext uri="{FF2B5EF4-FFF2-40B4-BE49-F238E27FC236}">
                <a16:creationId xmlns:a16="http://schemas.microsoft.com/office/drawing/2014/main" id="{06FA4FBE-CE24-4E6D-9E5C-70A84EFA8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105150"/>
            <a:ext cx="323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contract-arrow-1">
            <a:extLst xmlns:a="http://schemas.openxmlformats.org/drawingml/2006/main">
              <a:ext uri="{FF2B5EF4-FFF2-40B4-BE49-F238E27FC236}">
                <a16:creationId xmlns:a16="http://schemas.microsoft.com/office/drawing/2014/main" id="{4F7A5CE8-BBA7-4BCD-8AE1-D62BAFB41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22885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444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→</a:t>
            </a:r>
          </a:p>
        </p:txBody>
      </p:sp>
      <p:sp>
        <p:nvSpPr>
          <p:cNvPr id="15" name="contract-num-2">
            <a:extLst xmlns:a="http://schemas.openxmlformats.org/drawingml/2006/main">
              <a:ext uri="{FF2B5EF4-FFF2-40B4-BE49-F238E27FC236}">
                <a16:creationId xmlns:a16="http://schemas.microsoft.com/office/drawing/2014/main" id="{E8646EA3-C154-48EF-A0E0-B9D1CE466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145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28C28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  <p:sp>
        <p:nvSpPr>
          <p:cNvPr id="16" name="contract-title-2">
            <a:extLst xmlns:a="http://schemas.openxmlformats.org/drawingml/2006/main">
              <a:ext uri="{FF2B5EF4-FFF2-40B4-BE49-F238E27FC236}">
                <a16:creationId xmlns:a16="http://schemas.microsoft.com/office/drawing/2014/main" id="{E48DF623-669E-4111-A333-9E8961F1B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71450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654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ボスで応用する</a:t>
            </a:r>
          </a:p>
        </p:txBody>
      </p:sp>
      <p:sp>
        <p:nvSpPr>
          <p:cNvPr id="17" name="contract-body-2">
            <a:extLst xmlns:a="http://schemas.openxmlformats.org/drawingml/2006/main">
              <a:ext uri="{FF2B5EF4-FFF2-40B4-BE49-F238E27FC236}">
                <a16:creationId xmlns:a16="http://schemas.microsoft.com/office/drawing/2014/main" id="{4354CA03-D188-40D9-B59E-1CB1DF214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209800"/>
            <a:ext cx="2762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HP量より学んだ判断を問う</a:t>
            </a:r>
          </a:p>
        </p:txBody>
      </p:sp>
      <p:sp>
        <p:nvSpPr>
          <p:cNvPr id="18" name="contract-rule-2">
            <a:extLst xmlns:a="http://schemas.openxmlformats.org/drawingml/2006/main">
              <a:ext uri="{FF2B5EF4-FFF2-40B4-BE49-F238E27FC236}">
                <a16:creationId xmlns:a16="http://schemas.microsoft.com/office/drawing/2014/main" id="{9461EB47-3508-4E66-9C2C-4E8018E31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05150"/>
            <a:ext cx="323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contract-num-3">
            <a:extLst xmlns:a="http://schemas.openxmlformats.org/drawingml/2006/main">
              <a:ext uri="{FF2B5EF4-FFF2-40B4-BE49-F238E27FC236}">
                <a16:creationId xmlns:a16="http://schemas.microsoft.com/office/drawing/2014/main" id="{A22047A9-68A7-445C-827A-136864E71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28C28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04</a:t>
            </a:r>
          </a:p>
        </p:txBody>
      </p:sp>
      <p:sp>
        <p:nvSpPr>
          <p:cNvPr id="20" name="contract-title-3">
            <a:extLst xmlns:a="http://schemas.openxmlformats.org/drawingml/2006/main">
              <a:ext uri="{FF2B5EF4-FFF2-40B4-BE49-F238E27FC236}">
                <a16:creationId xmlns:a16="http://schemas.microsoft.com/office/drawing/2014/main" id="{BB5D3126-A82F-455D-B926-6A116816E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1475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654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証拠を持ち帰る</a:t>
            </a:r>
          </a:p>
        </p:txBody>
      </p:sp>
      <p:sp>
        <p:nvSpPr>
          <p:cNvPr id="21" name="contract-body-3">
            <a:extLst xmlns:a="http://schemas.openxmlformats.org/drawingml/2006/main">
              <a:ext uri="{FF2B5EF4-FFF2-40B4-BE49-F238E27FC236}">
                <a16:creationId xmlns:a16="http://schemas.microsoft.com/office/drawing/2014/main" id="{830D3B54-C120-4C65-B571-E97BCBAA9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10050"/>
            <a:ext cx="2762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戦利品を次の真相へ結ぶ</a:t>
            </a:r>
          </a:p>
        </p:txBody>
      </p:sp>
      <p:sp>
        <p:nvSpPr>
          <p:cNvPr id="22" name="contract-rule-3">
            <a:extLst xmlns:a="http://schemas.openxmlformats.org/drawingml/2006/main">
              <a:ext uri="{FF2B5EF4-FFF2-40B4-BE49-F238E27FC236}">
                <a16:creationId xmlns:a16="http://schemas.microsoft.com/office/drawing/2014/main" id="{134BEA78-85E3-41BF-A282-09527E391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05400"/>
            <a:ext cx="323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contract-arrow-3">
            <a:extLst xmlns:a="http://schemas.openxmlformats.org/drawingml/2006/main">
              <a:ext uri="{FF2B5EF4-FFF2-40B4-BE49-F238E27FC236}">
                <a16:creationId xmlns:a16="http://schemas.microsoft.com/office/drawing/2014/main" id="{73B80EA0-1223-4E77-BFC2-1A3AE5D1D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22910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444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→</a:t>
            </a:r>
          </a:p>
        </p:txBody>
      </p:sp>
      <p:sp>
        <p:nvSpPr>
          <p:cNvPr id="24" name="contract-num-4">
            <a:extLst xmlns:a="http://schemas.openxmlformats.org/drawingml/2006/main">
              <a:ext uri="{FF2B5EF4-FFF2-40B4-BE49-F238E27FC236}">
                <a16:creationId xmlns:a16="http://schemas.microsoft.com/office/drawing/2014/main" id="{0861B634-B386-46A7-91F0-9788E8616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7147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28C28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05</a:t>
            </a:r>
          </a:p>
        </p:txBody>
      </p:sp>
      <p:sp>
        <p:nvSpPr>
          <p:cNvPr id="25" name="contract-title-4">
            <a:extLst xmlns:a="http://schemas.openxmlformats.org/drawingml/2006/main">
              <a:ext uri="{FF2B5EF4-FFF2-40B4-BE49-F238E27FC236}">
                <a16:creationId xmlns:a16="http://schemas.microsoft.com/office/drawing/2014/main" id="{8A3D1992-DE9F-4D32-BCD5-3011CE761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1475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654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報酬が次章へ効く</a:t>
            </a:r>
          </a:p>
        </p:txBody>
      </p:sp>
      <p:sp>
        <p:nvSpPr>
          <p:cNvPr id="26" name="contract-body-4">
            <a:extLst xmlns:a="http://schemas.openxmlformats.org/drawingml/2006/main">
              <a:ext uri="{FF2B5EF4-FFF2-40B4-BE49-F238E27FC236}">
                <a16:creationId xmlns:a16="http://schemas.microsoft.com/office/drawing/2014/main" id="{CE6A9F84-1DA3-4E4F-8D47-78AB67317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210050"/>
            <a:ext cx="2762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装備と物語進行を一致</a:t>
            </a:r>
          </a:p>
        </p:txBody>
      </p:sp>
      <p:sp>
        <p:nvSpPr>
          <p:cNvPr id="27" name="contract-rule-4">
            <a:extLst xmlns:a="http://schemas.openxmlformats.org/drawingml/2006/main">
              <a:ext uri="{FF2B5EF4-FFF2-40B4-BE49-F238E27FC236}">
                <a16:creationId xmlns:a16="http://schemas.microsoft.com/office/drawing/2014/main" id="{D5F27968-2E67-460C-B052-52BD58C4A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105400"/>
            <a:ext cx="323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8" name="contract-arrow-4">
            <a:extLst xmlns:a="http://schemas.openxmlformats.org/drawingml/2006/main">
              <a:ext uri="{FF2B5EF4-FFF2-40B4-BE49-F238E27FC236}">
                <a16:creationId xmlns:a16="http://schemas.microsoft.com/office/drawing/2014/main" id="{5C7A9506-F990-414E-A5D4-4ACFD58C7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22910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444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→</a:t>
            </a:r>
          </a:p>
        </p:txBody>
      </p:sp>
      <p:sp>
        <p:nvSpPr>
          <p:cNvPr id="29" name="contract-num-5">
            <a:extLst xmlns:a="http://schemas.openxmlformats.org/drawingml/2006/main">
              <a:ext uri="{FF2B5EF4-FFF2-40B4-BE49-F238E27FC236}">
                <a16:creationId xmlns:a16="http://schemas.microsoft.com/office/drawing/2014/main" id="{B5DC2DFB-46C5-4E1F-9322-34B716E83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147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28C28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06</a:t>
            </a:r>
          </a:p>
        </p:txBody>
      </p:sp>
      <p:sp>
        <p:nvSpPr>
          <p:cNvPr id="30" name="contract-title-5">
            <a:extLst xmlns:a="http://schemas.openxmlformats.org/drawingml/2006/main">
              <a:ext uri="{FF2B5EF4-FFF2-40B4-BE49-F238E27FC236}">
                <a16:creationId xmlns:a16="http://schemas.microsoft.com/office/drawing/2014/main" id="{BB8E97B4-9107-4668-8899-AD5695179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71475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654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本社で意味を更新</a:t>
            </a:r>
          </a:p>
        </p:txBody>
      </p:sp>
      <p:sp>
        <p:nvSpPr>
          <p:cNvPr id="31" name="contract-body-5">
            <a:extLst xmlns:a="http://schemas.openxmlformats.org/drawingml/2006/main">
              <a:ext uri="{FF2B5EF4-FFF2-40B4-BE49-F238E27FC236}">
                <a16:creationId xmlns:a16="http://schemas.microsoft.com/office/drawing/2014/main" id="{4904C20D-C630-4C8E-BE9D-90D19F42A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210050"/>
            <a:ext cx="2762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最低3名の会話で日常へ戻す</a:t>
            </a:r>
          </a:p>
        </p:txBody>
      </p:sp>
      <p:sp>
        <p:nvSpPr>
          <p:cNvPr id="32" name="contract-rule-5">
            <a:extLst xmlns:a="http://schemas.openxmlformats.org/drawingml/2006/main">
              <a:ext uri="{FF2B5EF4-FFF2-40B4-BE49-F238E27FC236}">
                <a16:creationId xmlns:a16="http://schemas.microsoft.com/office/drawing/2014/main" id="{39E4A37B-4730-4E72-BAD2-B6199FC7D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105400"/>
            <a:ext cx="323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3" name="contract-examples">
            <a:extLst xmlns:a="http://schemas.openxmlformats.org/drawingml/2006/main">
              <a:ext uri="{FF2B5EF4-FFF2-40B4-BE49-F238E27FC236}">
                <a16:creationId xmlns:a16="http://schemas.microsoft.com/office/drawing/2014/main" id="{1F5F722D-CB57-45D0-BBE7-9CA01AD99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10744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contract-examples-copy">
            <a:extLst xmlns:a="http://schemas.openxmlformats.org/drawingml/2006/main">
              <a:ext uri="{FF2B5EF4-FFF2-40B4-BE49-F238E27FC236}">
                <a16:creationId xmlns:a16="http://schemas.microsoft.com/office/drawing/2014/main" id="{E252EBAF-645C-4C0C-B2E1-FFAFDBF23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95950"/>
            <a:ext cx="1040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CH 04：武器切替で装甲を崩す　／　CH 16：LARKで本物の救難を判別　／　CH 20：アイテム使用で停止鍵を届ける</a:t>
            </a:r>
          </a:p>
        </p:txBody>
      </p:sp>
    </p:spTree>
    <p:extLst>
      <p:ext uri="{BB962C8B-B14F-4D97-AF65-F5344CB8AC3E}">
        <p14:creationId xmlns:p14="http://schemas.microsoft.com/office/powerpoint/2010/main" val="84441378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ection-14">
            <a:extLst xmlns:a="http://schemas.openxmlformats.org/drawingml/2006/main">
              <a:ext uri="{FF2B5EF4-FFF2-40B4-BE49-F238E27FC236}">
                <a16:creationId xmlns:a16="http://schemas.microsoft.com/office/drawing/2014/main" id="{5AAF8C44-D680-464B-9ABB-BA436947C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368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5F6368"/>
                </a:solidFill>
                <a:latin typeface="Yu Gothic"/>
                <a:ea typeface="Yu Gothic"/>
                <a:cs typeface="Yu Gothic"/>
              </a:rPr>
              <a:t>STORY BIBLE</a:t>
            </a:r>
          </a:p>
        </p:txBody>
      </p:sp>
      <p:sp>
        <p:nvSpPr>
          <p:cNvPr id="2" name="page-14">
            <a:extLst xmlns:a="http://schemas.openxmlformats.org/drawingml/2006/main">
              <a:ext uri="{FF2B5EF4-FFF2-40B4-BE49-F238E27FC236}">
                <a16:creationId xmlns:a16="http://schemas.microsoft.com/office/drawing/2014/main" id="{9B94598F-6037-4E89-A8DB-7E9CED2E4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817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368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5F6368"/>
                </a:solidFill>
                <a:latin typeface="Yu Gothic"/>
                <a:ea typeface="Yu Gothic"/>
                <a:cs typeface="Yu Gothic"/>
              </a:rPr>
              <a:t>14</a:t>
            </a:r>
          </a:p>
        </p:txBody>
      </p:sp>
      <p:sp>
        <p:nvSpPr>
          <p:cNvPr id="3" name="title-14">
            <a:extLst xmlns:a="http://schemas.openxmlformats.org/drawingml/2006/main">
              <a:ext uri="{FF2B5EF4-FFF2-40B4-BE49-F238E27FC236}">
                <a16:creationId xmlns:a16="http://schemas.microsoft.com/office/drawing/2014/main" id="{0C853D6D-1928-4E47-A99F-77C37BB26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11125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36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会話は緊張と日常を往復し、情報過多を防ぐ</a:t>
            </a:r>
          </a:p>
        </p:txBody>
      </p:sp>
      <p:sp>
        <p:nvSpPr>
          <p:cNvPr id="4" name="title-rule-14">
            <a:extLst xmlns:a="http://schemas.openxmlformats.org/drawingml/2006/main">
              <a:ext uri="{FF2B5EF4-FFF2-40B4-BE49-F238E27FC236}">
                <a16:creationId xmlns:a16="http://schemas.microsoft.com/office/drawing/2014/main" id="{F7BAE822-A229-4FB7-9898-195A49AE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5" name="dialogue-rules-title">
            <a:extLst xmlns:a="http://schemas.openxmlformats.org/drawingml/2006/main">
              <a:ext uri="{FF2B5EF4-FFF2-40B4-BE49-F238E27FC236}">
                <a16:creationId xmlns:a16="http://schemas.microsoft.com/office/drawing/2014/main" id="{2DE0A194-DA09-464C-BC4F-4597C1065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4914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73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28C28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運用ルール</a:t>
            </a:r>
          </a:p>
        </p:txBody>
      </p:sp>
      <p:sp>
        <p:nvSpPr>
          <p:cNvPr id="6" name="dialogue-rules">
            <a:extLst xmlns:a="http://schemas.openxmlformats.org/drawingml/2006/main">
              <a:ext uri="{FF2B5EF4-FFF2-40B4-BE49-F238E27FC236}">
                <a16:creationId xmlns:a16="http://schemas.microsoft.com/office/drawing/2014/main" id="{145F0899-E77D-4DB6-9861-99871A0DF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491490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01  通常会話は30～90秒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02  章開始・終了は原則3分以内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03  重要場面のみ5分まで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04  初出の固有名詞は一場面三つ未満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05  移動無線は戦闘で停止し、終了後に再開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06  章末に「判明」「次の行動」を一文ずつ</a:t>
            </a:r>
          </a:p>
        </p:txBody>
      </p:sp>
      <p:sp>
        <p:nvSpPr>
          <p:cNvPr id="7" name="voice-title">
            <a:extLst xmlns:a="http://schemas.openxmlformats.org/drawingml/2006/main">
              <a:ext uri="{FF2B5EF4-FFF2-40B4-BE49-F238E27FC236}">
                <a16:creationId xmlns:a16="http://schemas.microsoft.com/office/drawing/2014/main" id="{C6B8648F-50C5-4796-B90E-8BF334413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00200"/>
            <a:ext cx="4914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73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28C28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話し方の軸</a:t>
            </a:r>
          </a:p>
        </p:txBody>
      </p:sp>
      <p:sp>
        <p:nvSpPr>
          <p:cNvPr id="8" name="voice-name-0">
            <a:extLst xmlns:a="http://schemas.openxmlformats.org/drawingml/2006/main">
              <a:ext uri="{FF2B5EF4-FFF2-40B4-BE49-F238E27FC236}">
                <a16:creationId xmlns:a16="http://schemas.microsoft.com/office/drawing/2014/main" id="{4AD88C8A-D63A-4784-BE0D-01ADB7CD3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09800"/>
            <a:ext cx="1009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山田</a:t>
            </a:r>
          </a:p>
        </p:txBody>
      </p:sp>
      <p:sp>
        <p:nvSpPr>
          <p:cNvPr id="9" name="voice-copy-0">
            <a:extLst xmlns:a="http://schemas.openxmlformats.org/drawingml/2006/main">
              <a:ext uri="{FF2B5EF4-FFF2-40B4-BE49-F238E27FC236}">
                <a16:creationId xmlns:a16="http://schemas.microsoft.com/office/drawing/2014/main" id="{614945D9-540F-4A06-BDF0-9F8B07C9A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209800"/>
            <a:ext cx="3790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短く具体的。乾いた冗談。</a:t>
            </a:r>
          </a:p>
        </p:txBody>
      </p:sp>
      <p:sp>
        <p:nvSpPr>
          <p:cNvPr id="10" name="voice-rule-0">
            <a:extLst xmlns:a="http://schemas.openxmlformats.org/drawingml/2006/main">
              <a:ext uri="{FF2B5EF4-FFF2-40B4-BE49-F238E27FC236}">
                <a16:creationId xmlns:a16="http://schemas.microsoft.com/office/drawing/2014/main" id="{2D6FC159-AE1E-4E74-9B8F-27703EC9F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6225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voice-name-1">
            <a:extLst xmlns:a="http://schemas.openxmlformats.org/drawingml/2006/main">
              <a:ext uri="{FF2B5EF4-FFF2-40B4-BE49-F238E27FC236}">
                <a16:creationId xmlns:a16="http://schemas.microsoft.com/office/drawing/2014/main" id="{3F375145-4561-478D-B655-99E3C9EEB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95600"/>
            <a:ext cx="1009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高城</a:t>
            </a:r>
          </a:p>
        </p:txBody>
      </p:sp>
      <p:sp>
        <p:nvSpPr>
          <p:cNvPr id="12" name="voice-copy-1">
            <a:extLst xmlns:a="http://schemas.openxmlformats.org/drawingml/2006/main">
              <a:ext uri="{FF2B5EF4-FFF2-40B4-BE49-F238E27FC236}">
                <a16:creationId xmlns:a16="http://schemas.microsoft.com/office/drawing/2014/main" id="{BE54EC3A-9992-43A6-8D6B-3E57B40C7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895600"/>
            <a:ext cx="3790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穏やかな声で厳しい判断。</a:t>
            </a:r>
          </a:p>
        </p:txBody>
      </p:sp>
      <p:sp>
        <p:nvSpPr>
          <p:cNvPr id="13" name="voice-rule-1">
            <a:extLst xmlns:a="http://schemas.openxmlformats.org/drawingml/2006/main">
              <a:ext uri="{FF2B5EF4-FFF2-40B4-BE49-F238E27FC236}">
                <a16:creationId xmlns:a16="http://schemas.microsoft.com/office/drawing/2014/main" id="{9416F798-1B63-4E48-BB3E-34F5DD237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4805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voice-name-2">
            <a:extLst xmlns:a="http://schemas.openxmlformats.org/drawingml/2006/main">
              <a:ext uri="{FF2B5EF4-FFF2-40B4-BE49-F238E27FC236}">
                <a16:creationId xmlns:a16="http://schemas.microsoft.com/office/drawing/2014/main" id="{F4FF4A08-8F61-4FCD-89AA-289881ED0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81400"/>
            <a:ext cx="1009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美緒</a:t>
            </a:r>
          </a:p>
        </p:txBody>
      </p:sp>
      <p:sp>
        <p:nvSpPr>
          <p:cNvPr id="15" name="voice-copy-2">
            <a:extLst xmlns:a="http://schemas.openxmlformats.org/drawingml/2006/main">
              <a:ext uri="{FF2B5EF4-FFF2-40B4-BE49-F238E27FC236}">
                <a16:creationId xmlns:a16="http://schemas.microsoft.com/office/drawing/2014/main" id="{A6B45F86-CF34-4B2B-949B-30761A120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581400"/>
            <a:ext cx="3790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技術を正確に語り、自分の意思を守る</a:t>
            </a:r>
          </a:p>
        </p:txBody>
      </p:sp>
      <p:sp>
        <p:nvSpPr>
          <p:cNvPr id="16" name="voice-rule-2">
            <a:extLst xmlns:a="http://schemas.openxmlformats.org/drawingml/2006/main">
              <a:ext uri="{FF2B5EF4-FFF2-40B4-BE49-F238E27FC236}">
                <a16:creationId xmlns:a16="http://schemas.microsoft.com/office/drawing/2014/main" id="{9F5BE8E6-2AFF-4033-A9B1-BC9156C13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3385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voice-name-3">
            <a:extLst xmlns:a="http://schemas.openxmlformats.org/drawingml/2006/main">
              <a:ext uri="{FF2B5EF4-FFF2-40B4-BE49-F238E27FC236}">
                <a16:creationId xmlns:a16="http://schemas.microsoft.com/office/drawing/2014/main" id="{E63AFC07-A665-4432-B395-9E04ADB04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67200"/>
            <a:ext cx="1009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4202A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B4202A"/>
                </a:solidFill>
                <a:latin typeface="Yu Gothic"/>
                <a:ea typeface="Yu Gothic"/>
                <a:cs typeface="Yu Gothic"/>
              </a:rPr>
              <a:t>真壁</a:t>
            </a:r>
          </a:p>
        </p:txBody>
      </p:sp>
      <p:sp>
        <p:nvSpPr>
          <p:cNvPr id="18" name="voice-copy-3">
            <a:extLst xmlns:a="http://schemas.openxmlformats.org/drawingml/2006/main">
              <a:ext uri="{FF2B5EF4-FFF2-40B4-BE49-F238E27FC236}">
                <a16:creationId xmlns:a16="http://schemas.microsoft.com/office/drawing/2014/main" id="{B5F1D376-6EA8-4558-B192-CD6520223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267200"/>
            <a:ext cx="3790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確率と市場で責任を薄め、怒鳴らない</a:t>
            </a:r>
          </a:p>
        </p:txBody>
      </p:sp>
      <p:sp>
        <p:nvSpPr>
          <p:cNvPr id="19" name="voice-rule-3">
            <a:extLst xmlns:a="http://schemas.openxmlformats.org/drawingml/2006/main">
              <a:ext uri="{FF2B5EF4-FFF2-40B4-BE49-F238E27FC236}">
                <a16:creationId xmlns:a16="http://schemas.microsoft.com/office/drawing/2014/main" id="{71755588-ADDE-4C2B-B08E-700B0A6C0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81965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dialogue-daily">
            <a:extLst xmlns:a="http://schemas.openxmlformats.org/drawingml/2006/main">
              <a:ext uri="{FF2B5EF4-FFF2-40B4-BE49-F238E27FC236}">
                <a16:creationId xmlns:a16="http://schemas.microsoft.com/office/drawing/2014/main" id="{00447667-18C0-4FE9-A1D4-ACA0BAD1F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107823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8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dialogue-daily-copy">
            <a:extLst xmlns:a="http://schemas.openxmlformats.org/drawingml/2006/main">
              <a:ext uri="{FF2B5EF4-FFF2-40B4-BE49-F238E27FC236}">
                <a16:creationId xmlns:a16="http://schemas.microsoft.com/office/drawing/2014/main" id="{389C2AAB-30B7-46F8-8386-8309819D3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4830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026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帰還後は、食事・整備・請求書・診察を描く。暗い軍事世界に、働く人の温度を戻す。</a:t>
            </a:r>
          </a:p>
        </p:txBody>
      </p:sp>
    </p:spTree>
    <p:extLst>
      <p:ext uri="{BB962C8B-B14F-4D97-AF65-F5344CB8AC3E}">
        <p14:creationId xmlns:p14="http://schemas.microsoft.com/office/powerpoint/2010/main" val="94147546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ection-15">
            <a:extLst xmlns:a="http://schemas.openxmlformats.org/drawingml/2006/main">
              <a:ext uri="{FF2B5EF4-FFF2-40B4-BE49-F238E27FC236}">
                <a16:creationId xmlns:a16="http://schemas.microsoft.com/office/drawing/2014/main" id="{BFC952E4-28F6-4119-BA72-99BAB6906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368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5F6368"/>
                </a:solidFill>
                <a:latin typeface="Yu Gothic"/>
                <a:ea typeface="Yu Gothic"/>
                <a:cs typeface="Yu Gothic"/>
              </a:rPr>
              <a:t>STORY BIBLE</a:t>
            </a:r>
          </a:p>
        </p:txBody>
      </p:sp>
      <p:sp>
        <p:nvSpPr>
          <p:cNvPr id="2" name="page-15">
            <a:extLst xmlns:a="http://schemas.openxmlformats.org/drawingml/2006/main">
              <a:ext uri="{FF2B5EF4-FFF2-40B4-BE49-F238E27FC236}">
                <a16:creationId xmlns:a16="http://schemas.microsoft.com/office/drawing/2014/main" id="{1BF0988E-EA36-42AA-A044-D420FA8BA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817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368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5F6368"/>
                </a:solidFill>
                <a:latin typeface="Yu Gothic"/>
                <a:ea typeface="Yu Gothic"/>
                <a:cs typeface="Yu Gothic"/>
              </a:rPr>
              <a:t>15</a:t>
            </a:r>
          </a:p>
        </p:txBody>
      </p:sp>
      <p:sp>
        <p:nvSpPr>
          <p:cNvPr id="3" name="title-15">
            <a:extLst xmlns:a="http://schemas.openxmlformats.org/drawingml/2006/main">
              <a:ext uri="{FF2B5EF4-FFF2-40B4-BE49-F238E27FC236}">
                <a16:creationId xmlns:a16="http://schemas.microsoft.com/office/drawing/2014/main" id="{2A550D7E-4BDD-410B-A8DC-4AB8A5617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11125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36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固定する正典と、承認が必要な補完を分ける</a:t>
            </a:r>
          </a:p>
        </p:txBody>
      </p:sp>
      <p:sp>
        <p:nvSpPr>
          <p:cNvPr id="4" name="title-rule-15">
            <a:extLst xmlns:a="http://schemas.openxmlformats.org/drawingml/2006/main">
              <a:ext uri="{FF2B5EF4-FFF2-40B4-BE49-F238E27FC236}">
                <a16:creationId xmlns:a16="http://schemas.microsoft.com/office/drawing/2014/main" id="{B87937D0-8F60-48EE-B511-716DEC33F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5" name="canon-left">
            <a:extLst xmlns:a="http://schemas.openxmlformats.org/drawingml/2006/main">
              <a:ext uri="{FF2B5EF4-FFF2-40B4-BE49-F238E27FC236}">
                <a16:creationId xmlns:a16="http://schemas.microsoft.com/office/drawing/2014/main" id="{556FA4FC-F8A0-4C18-BE72-36FE8FC7D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5143500" cy="441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anon-left-head">
            <a:extLst xmlns:a="http://schemas.openxmlformats.org/drawingml/2006/main">
              <a:ext uri="{FF2B5EF4-FFF2-40B4-BE49-F238E27FC236}">
                <a16:creationId xmlns:a16="http://schemas.microsoft.com/office/drawing/2014/main" id="{BD8EA070-1E0B-462A-9A42-38E5CB5F6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457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583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28C28"/>
                </a:solidFill>
                <a:latin typeface="Yu Gothic"/>
                <a:ea typeface="Yu Gothic"/>
                <a:cs typeface="Yu Gothic"/>
              </a:defRPr>
            </a:pPr>
            <a:r>
              <a:rPr sz="240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固定する正典</a:t>
            </a:r>
          </a:p>
        </p:txBody>
      </p:sp>
      <p:sp>
        <p:nvSpPr>
          <p:cNvPr id="7" name="canon-left-copy">
            <a:extLst xmlns:a="http://schemas.openxmlformats.org/drawingml/2006/main">
              <a:ext uri="{FF2B5EF4-FFF2-40B4-BE49-F238E27FC236}">
                <a16:creationId xmlns:a16="http://schemas.microsoft.com/office/drawing/2014/main" id="{D80026BF-569A-4E5B-BA34-9BB0F2D39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57450"/>
            <a:ext cx="4572000" cy="312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01  全20章で完結。山田が最後まで主人公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02  美緒は能動的な技術者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03  黒幕は真壁、計画はORPHEUS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04  BLACK RAILは物流・資金洗浄網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05  K1は原因ではなく、LARKを持つ対抗技術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06  ytcの15名は全員生存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07  最終章で計画停止・真壁逮捕・濡れ衣解消</a:t>
            </a:r>
          </a:p>
        </p:txBody>
      </p:sp>
      <p:sp>
        <p:nvSpPr>
          <p:cNvPr id="8" name="canon-right">
            <a:extLst xmlns:a="http://schemas.openxmlformats.org/drawingml/2006/main">
              <a:ext uri="{FF2B5EF4-FFF2-40B4-BE49-F238E27FC236}">
                <a16:creationId xmlns:a16="http://schemas.microsoft.com/office/drawing/2014/main" id="{CCD97588-EB84-4FAD-9D87-1ECA4E3EE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562100"/>
            <a:ext cx="5600700" cy="441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4E6"/>
          </a:solidFill>
          <a:ln xmlns:a="http://schemas.openxmlformats.org/drawingml/2006/main" w="9525">
            <a:solidFill>
              <a:srgbClr val="B4202A"/>
            </a:solidFill>
            <a:prstDash val="solid"/>
          </a:ln>
        </p:spPr>
      </p:sp>
      <p:sp>
        <p:nvSpPr>
          <p:cNvPr id="9" name="canon-right-head">
            <a:extLst xmlns:a="http://schemas.openxmlformats.org/drawingml/2006/main">
              <a:ext uri="{FF2B5EF4-FFF2-40B4-BE49-F238E27FC236}">
                <a16:creationId xmlns:a16="http://schemas.microsoft.com/office/drawing/2014/main" id="{D22042E3-9356-4D37-8624-A3E70A74A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809750"/>
            <a:ext cx="502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556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B4202A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B4202A"/>
                </a:solidFill>
                <a:latin typeface="Yu Gothic"/>
                <a:ea typeface="Yu Gothic"/>
                <a:cs typeface="Yu Gothic"/>
              </a:rPr>
              <a:t>プロデューサー承認を求める補完案</a:t>
            </a:r>
          </a:p>
        </p:txBody>
      </p:sp>
      <p:sp>
        <p:nvSpPr>
          <p:cNvPr id="10" name="approval-num-0">
            <a:extLst xmlns:a="http://schemas.openxmlformats.org/drawingml/2006/main">
              <a:ext uri="{FF2B5EF4-FFF2-40B4-BE49-F238E27FC236}">
                <a16:creationId xmlns:a16="http://schemas.microsoft.com/office/drawing/2014/main" id="{C90A1333-BC3A-4A45-8213-B52D5D551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5336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4202A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B4202A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  <p:sp>
        <p:nvSpPr>
          <p:cNvPr id="11" name="approval-copy-0">
            <a:extLst xmlns:a="http://schemas.openxmlformats.org/drawingml/2006/main">
              <a:ext uri="{FF2B5EF4-FFF2-40B4-BE49-F238E27FC236}">
                <a16:creationId xmlns:a16="http://schemas.microsoft.com/office/drawing/2014/main" id="{6CF30F6E-9278-47A1-9EBA-9C95A46A7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457450"/>
            <a:ext cx="4400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242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第18章の五つ目の都市を「神楽企業自治区」と定義する</a:t>
            </a:r>
          </a:p>
        </p:txBody>
      </p:sp>
      <p:sp>
        <p:nvSpPr>
          <p:cNvPr id="12" name="approval-num-1">
            <a:extLst xmlns:a="http://schemas.openxmlformats.org/drawingml/2006/main">
              <a:ext uri="{FF2B5EF4-FFF2-40B4-BE49-F238E27FC236}">
                <a16:creationId xmlns:a16="http://schemas.microsoft.com/office/drawing/2014/main" id="{B6616DDB-0CE8-4904-9B1C-98A0D6AEC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2575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4202A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B4202A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sp>
        <p:nvSpPr>
          <p:cNvPr id="13" name="approval-copy-1">
            <a:extLst xmlns:a="http://schemas.openxmlformats.org/drawingml/2006/main">
              <a:ext uri="{FF2B5EF4-FFF2-40B4-BE49-F238E27FC236}">
                <a16:creationId xmlns:a16="http://schemas.microsoft.com/office/drawing/2014/main" id="{2B606270-66D3-48D4-9C9D-46C56C37B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81350"/>
            <a:ext cx="4400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242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第19章の第4ステージへ、停止コード復元中のK7戦を明記する</a:t>
            </a:r>
          </a:p>
        </p:txBody>
      </p:sp>
      <p:sp>
        <p:nvSpPr>
          <p:cNvPr id="14" name="approval-num-2">
            <a:extLst xmlns:a="http://schemas.openxmlformats.org/drawingml/2006/main">
              <a:ext uri="{FF2B5EF4-FFF2-40B4-BE49-F238E27FC236}">
                <a16:creationId xmlns:a16="http://schemas.microsoft.com/office/drawing/2014/main" id="{1B2D1B9E-AEE8-4F33-B233-FFAE7273D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9814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4202A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B4202A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  <p:sp>
        <p:nvSpPr>
          <p:cNvPr id="15" name="approval-copy-2">
            <a:extLst xmlns:a="http://schemas.openxmlformats.org/drawingml/2006/main">
              <a:ext uri="{FF2B5EF4-FFF2-40B4-BE49-F238E27FC236}">
                <a16:creationId xmlns:a16="http://schemas.microsoft.com/office/drawing/2014/main" id="{83C96647-5874-42DE-87B4-010FF2A02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905250"/>
            <a:ext cx="4400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242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第13章の「二人の隊長」を「山田とレオナ」へ修正する</a:t>
            </a:r>
          </a:p>
        </p:txBody>
      </p:sp>
      <p:sp>
        <p:nvSpPr>
          <p:cNvPr id="16" name="approval-num-3">
            <a:extLst xmlns:a="http://schemas.openxmlformats.org/drawingml/2006/main">
              <a:ext uri="{FF2B5EF4-FFF2-40B4-BE49-F238E27FC236}">
                <a16:creationId xmlns:a16="http://schemas.microsoft.com/office/drawing/2014/main" id="{B1C723D9-1A52-49E5-8A2F-205C8193B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7053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4202A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B4202A"/>
                </a:solidFill>
                <a:latin typeface="Yu Gothic"/>
                <a:ea typeface="Yu Gothic"/>
                <a:cs typeface="Yu Gothic"/>
              </a:rPr>
              <a:t>04</a:t>
            </a:r>
          </a:p>
        </p:txBody>
      </p:sp>
      <p:sp>
        <p:nvSpPr>
          <p:cNvPr id="17" name="approval-copy-3">
            <a:extLst xmlns:a="http://schemas.openxmlformats.org/drawingml/2006/main">
              <a:ext uri="{FF2B5EF4-FFF2-40B4-BE49-F238E27FC236}">
                <a16:creationId xmlns:a16="http://schemas.microsoft.com/office/drawing/2014/main" id="{5EC95596-2B5F-4425-A24F-523E45AF2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629150"/>
            <a:ext cx="4400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242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LARKスキャンは第16章開始時に任務限定解放、終了後に恒常化する</a:t>
            </a:r>
          </a:p>
        </p:txBody>
      </p:sp>
      <p:sp>
        <p:nvSpPr>
          <p:cNvPr id="18" name="approval-note">
            <a:extLst xmlns:a="http://schemas.openxmlformats.org/drawingml/2006/main">
              <a:ext uri="{FF2B5EF4-FFF2-40B4-BE49-F238E27FC236}">
                <a16:creationId xmlns:a16="http://schemas.microsoft.com/office/drawing/2014/main" id="{86457A48-1717-49E8-8BF6-1EF1AF0E9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467350"/>
            <a:ext cx="4991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536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承認後、01_Story_20_Chapters.md と関連資料を同時更新する。</a:t>
            </a:r>
          </a:p>
        </p:txBody>
      </p:sp>
    </p:spTree>
    <p:extLst>
      <p:ext uri="{BB962C8B-B14F-4D97-AF65-F5344CB8AC3E}">
        <p14:creationId xmlns:p14="http://schemas.microsoft.com/office/powerpoint/2010/main" val="160127709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ection-16">
            <a:extLst xmlns:a="http://schemas.openxmlformats.org/drawingml/2006/main">
              <a:ext uri="{FF2B5EF4-FFF2-40B4-BE49-F238E27FC236}">
                <a16:creationId xmlns:a16="http://schemas.microsoft.com/office/drawing/2014/main" id="{7CBC4C06-F9BF-44CF-9060-D12995C7E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368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5F6368"/>
                </a:solidFill>
                <a:latin typeface="Yu Gothic"/>
                <a:ea typeface="Yu Gothic"/>
                <a:cs typeface="Yu Gothic"/>
              </a:rPr>
              <a:t>HANDOFF</a:t>
            </a:r>
          </a:p>
        </p:txBody>
      </p:sp>
      <p:sp>
        <p:nvSpPr>
          <p:cNvPr id="2" name="page-16">
            <a:extLst xmlns:a="http://schemas.openxmlformats.org/drawingml/2006/main">
              <a:ext uri="{FF2B5EF4-FFF2-40B4-BE49-F238E27FC236}">
                <a16:creationId xmlns:a16="http://schemas.microsoft.com/office/drawing/2014/main" id="{66645074-34AD-496F-A9A5-8D59895C4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817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368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5F6368"/>
                </a:solidFill>
                <a:latin typeface="Yu Gothic"/>
                <a:ea typeface="Yu Gothic"/>
                <a:cs typeface="Yu Gothic"/>
              </a:rPr>
              <a:t>16</a:t>
            </a:r>
          </a:p>
        </p:txBody>
      </p:sp>
      <p:sp>
        <p:nvSpPr>
          <p:cNvPr id="3" name="close-kicker">
            <a:extLst xmlns:a="http://schemas.openxmlformats.org/drawingml/2006/main">
              <a:ext uri="{FF2B5EF4-FFF2-40B4-BE49-F238E27FC236}">
                <a16:creationId xmlns:a16="http://schemas.microsoft.com/office/drawing/2014/main" id="{88D5D623-ECD0-473A-83DA-81A503243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28C28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PRODUCER INTEGRATION</a:t>
            </a:r>
          </a:p>
        </p:txBody>
      </p:sp>
      <p:sp>
        <p:nvSpPr>
          <p:cNvPr id="4" name="close-title">
            <a:extLst xmlns:a="http://schemas.openxmlformats.org/drawingml/2006/main">
              <a:ext uri="{FF2B5EF4-FFF2-40B4-BE49-F238E27FC236}">
                <a16:creationId xmlns:a16="http://schemas.microsoft.com/office/drawing/2014/main" id="{6F52581F-03F4-402B-B943-AA9A6A25F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70485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46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この物語を、</a:t>
            </a:r>
          </a:p>
          <a:p xmlns:a="http://schemas.openxmlformats.org/drawingml/2006/main">
            <a:pPr algn="l">
              <a:defRPr sz="46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46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全要件の背骨にする</a:t>
            </a:r>
          </a:p>
        </p:txBody>
      </p:sp>
      <p:sp>
        <p:nvSpPr>
          <p:cNvPr id="5" name="close-quote">
            <a:extLst xmlns:a="http://schemas.openxmlformats.org/drawingml/2006/main">
              <a:ext uri="{FF2B5EF4-FFF2-40B4-BE49-F238E27FC236}">
                <a16:creationId xmlns:a16="http://schemas.microsoft.com/office/drawing/2014/main" id="{83F148E4-F939-4499-ADC6-2BBB5C2BD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7810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5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「最後の配送」は停止コードだけではない。</a:t>
            </a:r>
          </a:p>
          <a:p xmlns:a="http://schemas.openxmlformats.org/drawingml/2006/main">
            <a:pPr algn="l">
              <a:defRPr sz="25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5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人間が迷い、拒み、守る相手を選ぶ権利を届ける。</a:t>
            </a:r>
          </a:p>
        </p:txBody>
      </p:sp>
      <p:sp>
        <p:nvSpPr>
          <p:cNvPr id="6" name="close-divider">
            <a:extLst xmlns:a="http://schemas.openxmlformats.org/drawingml/2006/main">
              <a:ext uri="{FF2B5EF4-FFF2-40B4-BE49-F238E27FC236}">
                <a16:creationId xmlns:a16="http://schemas.microsoft.com/office/drawing/2014/main" id="{F54E9A84-516D-4E09-A877-150301BC9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704850"/>
            <a:ext cx="0" cy="4629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handoff-head-0">
            <a:extLst xmlns:a="http://schemas.openxmlformats.org/drawingml/2006/main">
              <a:ext uri="{FF2B5EF4-FFF2-40B4-BE49-F238E27FC236}">
                <a16:creationId xmlns:a16="http://schemas.microsoft.com/office/drawing/2014/main" id="{001D3DFF-0911-43D6-9F77-27A3E1AD9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0096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28C28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ゲームシステム</a:t>
            </a:r>
          </a:p>
        </p:txBody>
      </p:sp>
      <p:sp>
        <p:nvSpPr>
          <p:cNvPr id="8" name="handoff-copy-0">
            <a:extLst xmlns:a="http://schemas.openxmlformats.org/drawingml/2006/main">
              <a:ext uri="{FF2B5EF4-FFF2-40B4-BE49-F238E27FC236}">
                <a16:creationId xmlns:a16="http://schemas.microsoft.com/office/drawing/2014/main" id="{92408179-4956-4C2E-85F1-C845AF3AE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390650"/>
            <a:ext cx="247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章ごとの新ルール</a:t>
            </a:r>
          </a:p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ボス応用・確定報酬</a:t>
            </a:r>
          </a:p>
        </p:txBody>
      </p:sp>
      <p:sp>
        <p:nvSpPr>
          <p:cNvPr id="9" name="handoff-head-1">
            <a:extLst xmlns:a="http://schemas.openxmlformats.org/drawingml/2006/main">
              <a:ext uri="{FF2B5EF4-FFF2-40B4-BE49-F238E27FC236}">
                <a16:creationId xmlns:a16="http://schemas.microsoft.com/office/drawing/2014/main" id="{84E2EA5A-C14E-40AC-8043-5B45B54AE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764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28C28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デザイン</a:t>
            </a:r>
          </a:p>
        </p:txBody>
      </p:sp>
      <p:sp>
        <p:nvSpPr>
          <p:cNvPr id="10" name="handoff-copy-1">
            <a:extLst xmlns:a="http://schemas.openxmlformats.org/drawingml/2006/main">
              <a:ext uri="{FF2B5EF4-FFF2-40B4-BE49-F238E27FC236}">
                <a16:creationId xmlns:a16="http://schemas.microsoft.com/office/drawing/2014/main" id="{2F396E7B-5C4A-4F0C-B036-CB0F48C94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57450"/>
            <a:ext cx="247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08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ytcの橙</a:t>
            </a:r>
          </a:p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ORPHEUSの赤黒ノイズ</a:t>
            </a:r>
          </a:p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日常との対比</a:t>
            </a:r>
          </a:p>
        </p:txBody>
      </p:sp>
      <p:sp>
        <p:nvSpPr>
          <p:cNvPr id="11" name="handoff-head-2">
            <a:extLst xmlns:a="http://schemas.openxmlformats.org/drawingml/2006/main">
              <a:ext uri="{FF2B5EF4-FFF2-40B4-BE49-F238E27FC236}">
                <a16:creationId xmlns:a16="http://schemas.microsoft.com/office/drawing/2014/main" id="{3783C90B-BF66-46B7-A65A-AD3A436F9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432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28C28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技術・要件</a:t>
            </a:r>
          </a:p>
        </p:txBody>
      </p:sp>
      <p:sp>
        <p:nvSpPr>
          <p:cNvPr id="12" name="handoff-copy-2">
            <a:extLst xmlns:a="http://schemas.openxmlformats.org/drawingml/2006/main">
              <a:ext uri="{FF2B5EF4-FFF2-40B4-BE49-F238E27FC236}">
                <a16:creationId xmlns:a16="http://schemas.microsoft.com/office/drawing/2014/main" id="{E446B876-C68A-4A4A-BBEE-5916C5EEF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524250"/>
            <a:ext cx="247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会話・任務・証拠・ID</a:t>
            </a:r>
          </a:p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データ駆動で連携</a:t>
            </a:r>
          </a:p>
        </p:txBody>
      </p:sp>
      <p:sp>
        <p:nvSpPr>
          <p:cNvPr id="13" name="handoff-head-3">
            <a:extLst xmlns:a="http://schemas.openxmlformats.org/drawingml/2006/main">
              <a:ext uri="{FF2B5EF4-FFF2-40B4-BE49-F238E27FC236}">
                <a16:creationId xmlns:a16="http://schemas.microsoft.com/office/drawing/2014/main" id="{CE744479-2BD4-4BB5-AC5F-4965BE180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2100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28C28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非機能</a:t>
            </a:r>
          </a:p>
        </p:txBody>
      </p:sp>
      <p:sp>
        <p:nvSpPr>
          <p:cNvPr id="14" name="handoff-copy-3">
            <a:extLst xmlns:a="http://schemas.openxmlformats.org/drawingml/2006/main">
              <a:ext uri="{FF2B5EF4-FFF2-40B4-BE49-F238E27FC236}">
                <a16:creationId xmlns:a16="http://schemas.microsoft.com/office/drawing/2014/main" id="{A599FF43-A527-463C-A9BA-F23B63105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591050"/>
            <a:ext cx="247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字幕・ローカライズ</a:t>
            </a:r>
          </a:p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オフライン本編・セーブ</a:t>
            </a:r>
          </a:p>
        </p:txBody>
      </p:sp>
      <p:sp>
        <p:nvSpPr>
          <p:cNvPr id="15" name="close-action">
            <a:extLst xmlns:a="http://schemas.openxmlformats.org/drawingml/2006/main">
              <a:ext uri="{FF2B5EF4-FFF2-40B4-BE49-F238E27FC236}">
                <a16:creationId xmlns:a16="http://schemas.microsoft.com/office/drawing/2014/main" id="{4C101D09-C293-46CC-A0CD-539164726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7810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lose-action-copy">
            <a:extLst xmlns:a="http://schemas.openxmlformats.org/drawingml/2006/main">
              <a:ext uri="{FF2B5EF4-FFF2-40B4-BE49-F238E27FC236}">
                <a16:creationId xmlns:a16="http://schemas.microsoft.com/office/drawing/2014/main" id="{E0CE5BEC-4A76-4D22-AC5D-7D835CF0A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91125"/>
            <a:ext cx="7315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次の判断：スライド15の補完案を承認し、統合版へ反映する。</a:t>
            </a:r>
          </a:p>
        </p:txBody>
      </p:sp>
    </p:spTree>
    <p:extLst>
      <p:ext uri="{BB962C8B-B14F-4D97-AF65-F5344CB8AC3E}">
        <p14:creationId xmlns:p14="http://schemas.microsoft.com/office/powerpoint/2010/main" val="19542463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2026-08-19T13:20:51.9070000Z</dcterms:created>
  <dcterms:modified xsi:type="dcterms:W3CDTF">2026-08-19T13:20:51.9070000Z</dcterms:modified>
</coreProperties>
</file>